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slide. This presentation compares two deployment approaches for an AI staff member at a Malaysia accounting firm: (A) Teaching the firm to use Claude Code CLI directly, vs (B) Deploying the Agent K Telegram bot as a chat interface. We cover architecture, pros/cons, concurrency, and a recommended hybrid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Both approaches use the EXACT same foundation underneath.</a:t>
            </a:r>
          </a:p>
          <a:p/>
          <a:p>
            <a:r>
              <a:t>- Skills (SKILL.md files) are identical in both</a:t>
            </a:r>
          </a:p>
          <a:p>
            <a:r>
              <a:t>- MCP servers (Excel, Word, Gmail, etc.) are identical</a:t>
            </a:r>
          </a:p>
          <a:p>
            <a:r>
              <a:t>- Templates and folder structure are identical</a:t>
            </a:r>
          </a:p>
          <a:p>
            <a:r>
              <a:t>- The only difference is HOW the human interacts: terminal vs Telegram</a:t>
            </a:r>
          </a:p>
          <a:p/>
          <a:p>
            <a:r>
              <a:t>Approach A: Staff learns to use the terminal. More powerful but requires technical comfort.</a:t>
            </a:r>
          </a:p>
          <a:p>
            <a:r>
              <a:t>Approach B: Staff chats on Telegram. Zero learning curve but adds a bot middleware layer.</a:t>
            </a:r>
          </a:p>
          <a:p/>
          <a:p>
            <a:r>
              <a:t>The Telegram bot is ~400 lines of JavaScript. It's a 'dumb pipe' that passes messages to Claude CLI and returns the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TELEGRAM BOT PROS (detail):</a:t>
            </a:r>
          </a:p>
          <a:p>
            <a:r>
              <a:t>- Zero learning curve: accounting staff use Telegram/WhatsApp daily</a:t>
            </a:r>
          </a:p>
          <a:p>
            <a:r>
              <a:t>- Mobile: audit senior can request a workpaper from their phone while at client site</a:t>
            </a:r>
          </a:p>
          <a:p>
            <a:r>
              <a:t>- Async: send 'prepare tax comp for ABC' and go make coffee. Bot notifies when done.</a:t>
            </a:r>
          </a:p>
          <a:p>
            <a:r>
              <a:t>- File delivery: PDFs, Excel files auto-sent back. No navigating filesystem.</a:t>
            </a:r>
          </a:p>
          <a:p>
            <a:r>
              <a:t>- Audit trail: every instruction and response logged with timestamps.</a:t>
            </a:r>
          </a:p>
          <a:p/>
          <a:p>
            <a:r>
              <a:t>TELEGRAM BOT CONS (detail):</a:t>
            </a:r>
          </a:p>
          <a:p>
            <a:r>
              <a:t>- The bot is 4 files / ~400 lines. Simple, but still extra moving parts.</a:t>
            </a:r>
          </a:p>
          <a:p>
            <a:r>
              <a:t>- When Claude CLI errors, staff sees generic 'Error occurred'. Need power user to diagnose.</a:t>
            </a:r>
          </a:p>
          <a:p>
            <a:r>
              <a:t>- Telegram caps messages at 4096 chars. Long outputs get split and may look messy.</a:t>
            </a:r>
          </a:p>
          <a:p>
            <a:r>
              <a:t>- The Node.js process can crash silently overnight. Need pm2 or similar to auto-restart.</a:t>
            </a:r>
          </a:p>
          <a:p>
            <a:r>
              <a:t>- npx @playwright/mcp@latest pulls whatever version is newest. Could break.</a:t>
            </a:r>
          </a:p>
          <a:p>
            <a:r>
              <a:t>- Fix: pin versions in MCP config instead of using @latest.</a:t>
            </a:r>
          </a:p>
          <a:p>
            <a:r>
              <a:t>- One user can't send two requests simultaneously (by design, to prevent confusion).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 PROS (detail):</a:t>
            </a:r>
          </a:p>
          <a:p>
            <a:r>
              <a:t>- One moving part: Claude CLI. Maintained by Anthropic. No custom code to break.</a:t>
            </a:r>
          </a:p>
          <a:p>
            <a:r>
              <a:t>- Staff sees raw output, can see thinking process, tool usage in real-time.</a:t>
            </a:r>
          </a:p>
          <a:p>
            <a:r>
              <a:t>- When something fails, the error is right there. No translation layer.</a:t>
            </a:r>
          </a:p>
          <a:p>
            <a:r>
              <a:t>- Each person's session is completely independent.</a:t>
            </a:r>
          </a:p>
          <a:p/>
          <a:p>
            <a:r>
              <a:t>CLI CONS (detail):</a:t>
            </a:r>
          </a:p>
          <a:p>
            <a:r>
              <a:t>- This is the dealbreaker for most accounting firms. Staff see a black terminal screen and freeze. In our experience, adoption drops to &lt;40% within 2 weeks.</a:t>
            </a:r>
          </a:p>
          <a:p>
            <a:r>
              <a:t>- Cannot use from phone. Audit seniors at client premises can't send requests.</a:t>
            </a:r>
          </a:p>
          <a:p>
            <a:r>
              <a:t>- Must actively watch terminal for output. Can't multitask.</a:t>
            </a:r>
          </a:p>
          <a:p>
            <a:r>
              <a:t>- If the firm has 8 staff, you need 8 Claude Code installations configured.</a:t>
            </a:r>
          </a:p>
          <a:p/>
          <a:p>
            <a:r>
              <a:t>KEY INSIGHT: The cons are all about the HUMAN, not the technology. The CLI is technically superior but practically unusable for non-technical accounting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ADOPTION DETAILS:</a:t>
            </a:r>
          </a:p>
          <a:p/>
          <a:p>
            <a:r>
              <a:t>CLI 30-40%: Based on experience deploying CLI tools to non-technical users. After initial training, most revert to manual methods within 2 weeks. Only tech-savvy individuals (1-2 per firm) stick with it.</a:t>
            </a:r>
          </a:p>
          <a:p/>
          <a:p>
            <a:r>
              <a:t>Telegram 80-90%: Chat interfaces have near-universal adoption because staff already use Telegram/WhatsApp daily. No new skill to learn.</a:t>
            </a:r>
          </a:p>
          <a:p/>
          <a:p>
            <a:r>
              <a:t>CLI setup 85%: Simple to install, but each person needs individual configuration.</a:t>
            </a:r>
          </a:p>
          <a:p>
            <a:r>
              <a:t>Telegram setup 70%: More complex initial setup (Node.js, env vars, webhook) but one-time.</a:t>
            </a:r>
          </a:p>
          <a:p/>
          <a:p>
            <a:r>
              <a:t>FAILURE MODES:</a:t>
            </a:r>
          </a:p>
          <a:p>
            <a:r>
              <a:t>- CLI: The most likely outcome is staff just... stops opening the terminal.</a:t>
            </a:r>
          </a:p>
          <a:p>
            <a:r>
              <a:t>- Telegram: The bot process dies at 2am, nobody notices until next morning.</a:t>
            </a:r>
          </a:p>
          <a:p>
            <a:r>
              <a:t>  Fix: use pm2 process manager with auto-restart. Simple but must be set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POINT FOR THE FIRM:</a:t>
            </a:r>
          </a:p>
          <a:p/>
          <a:p>
            <a:r>
              <a:t>The Telegram bot is NOT the product. It's a remote control.</a:t>
            </a:r>
          </a:p>
          <a:p/>
          <a:p>
            <a:r>
              <a:t>Think of it like a TV remote: if the remote breaks, you buy a new one for $5. The TV (Claude CLI + Skills + Templates) is the real investment.</a:t>
            </a:r>
          </a:p>
          <a:p/>
          <a:p>
            <a:r>
              <a:t>The entire bot is 4 files:</a:t>
            </a:r>
          </a:p>
          <a:p>
            <a:r>
              <a:t>- index.js (407 lines): Telegram message handlers</a:t>
            </a:r>
          </a:p>
          <a:p>
            <a:r>
              <a:t>- claude-runner.js (197 lines): Spawns Claude CLI, parses JSON response</a:t>
            </a:r>
          </a:p>
          <a:p>
            <a:r>
              <a:t>- database.js (~50 lines): SQLite session storage</a:t>
            </a:r>
          </a:p>
          <a:p>
            <a:r>
              <a:t>- utils.js (~60 lines): Auth check, message formatting</a:t>
            </a:r>
          </a:p>
          <a:p/>
          <a:p>
            <a:r>
              <a:t>Total: ~700 lines of JavaScript. A junior developer could understand and fix it in a day.</a:t>
            </a:r>
          </a:p>
          <a:p/>
          <a:p>
            <a:r>
              <a:t>The SKILLS are where the firm's know-how lives. A tax computation skill might be 200 lines of detailed instructions. That works identically whether accessed via CLI or Telegram.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SLIDE.</a:t>
            </a:r>
          </a:p>
          <a:p/>
          <a:p>
            <a:r>
              <a:t>The firm is not betting on 400 lines of JavaScript. They're betting on:</a:t>
            </a:r>
          </a:p>
          <a:p>
            <a:r>
              <a:t>1. Claude getting better (Anthropic's core business, billions invested)</a:t>
            </a:r>
          </a:p>
          <a:p>
            <a:r>
              <a:t>2. Skills being the right abstraction (SKILL.md works better as model improves)</a:t>
            </a:r>
          </a:p>
          <a:p>
            <a:r>
              <a:t>3. MCP ecosystem growing (more community-maintained tool servers)</a:t>
            </a:r>
          </a:p>
          <a:p/>
          <a:p>
            <a:r>
              <a:t>All three bets are on Anthropic's roadmap, not on custom code.</a:t>
            </a:r>
          </a:p>
          <a:p/>
          <a:p>
            <a:r>
              <a:t>Example: When Anthropic released Claude 3.5 Sonnet, every Agent K deployment automatically got better at reading Excel files, understanding tax law, and generating more accurate financial statements. Zero code changes.</a:t>
            </a:r>
          </a:p>
          <a:p/>
          <a:p>
            <a:r>
              <a:t>This is fundamentally different from building a custom AI framework where you'd have to maintain prompt chains, retry logic, context management — all of which Anthropic is already doing inside Claude CLI.</a:t>
            </a:r>
          </a:p>
          <a:p/>
          <a:p>
            <a:r>
              <a:t>Even the Telegram bot layer benefits: faster model = shorter wait times for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firm does NOT need a developer to maintain the system.</a:t>
            </a:r>
          </a:p>
          <a:p/>
          <a:p>
            <a:r>
              <a:t>Because Claude CLI has full filesystem access (Read, Write, Edit, Bash tools), the Telegram user can instruct it to modify ANYTHING on the Mac Mini:</a:t>
            </a:r>
          </a:p>
          <a:p/>
          <a:p>
            <a:r>
              <a:t>- Skills: SKILL.md files are just text. Claude can create/edit them.</a:t>
            </a:r>
          </a:p>
          <a:p>
            <a:r>
              <a:t>- Templates: Excel/Word files can be modified via MCP servers.</a:t>
            </a:r>
          </a:p>
          <a:p>
            <a:r>
              <a:t>- Bot code: Even index.js and claude-runner.js can be edited.</a:t>
            </a:r>
          </a:p>
          <a:p>
            <a:r>
              <a:t>- Environment: .env variables can be updated.</a:t>
            </a:r>
          </a:p>
          <a:p>
            <a:r>
              <a:t>- Database: SQLite tables can be queried and modified.</a:t>
            </a:r>
          </a:p>
          <a:p/>
          <a:p>
            <a:r>
              <a:t>No git required. No terminal required. No developer required.</a:t>
            </a:r>
          </a:p>
          <a:p>
            <a:r>
              <a:t>The bot IS the terminal.</a:t>
            </a:r>
          </a:p>
          <a:p/>
          <a:p>
            <a:r>
              <a:t>Git is optional — useful only for version history or syncing across machines.</a:t>
            </a:r>
          </a:p>
          <a:p>
            <a:r>
              <a:t>For a single Mac Mini operation, the filesystem IS the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CONCURRENT SESSIONS — TECHNICAL DETAILS:</a:t>
            </a:r>
          </a:p>
          <a:p/>
          <a:p>
            <a:r>
              <a:t>The bot tracks users via a processingUsers Map keyed by userId.</a:t>
            </a:r>
          </a:p>
          <a:p>
            <a:r>
              <a:t>Different users can send requests simultaneously — each spawns a separate claude CLI process. These are independent OS processes that don't share memory.</a:t>
            </a:r>
          </a:p>
          <a:p/>
          <a:p>
            <a:r>
              <a:t>The heavy compute (AI inference) happens on Anthropic's cloud servers, NOT on the Mac Mini.</a:t>
            </a:r>
          </a:p>
          <a:p>
            <a:r>
              <a:t>The Mac Mini only runs:</a:t>
            </a:r>
          </a:p>
          <a:p>
            <a:r>
              <a:t>- Node.js bot process (~100MB)</a:t>
            </a:r>
          </a:p>
          <a:p>
            <a:r>
              <a:t>- Claude CLI processes (~200MB each, mostly just making API calls)</a:t>
            </a:r>
          </a:p>
          <a:p>
            <a:r>
              <a:t>- MCP servers (Playwright/Chromium ~300MB each if needed)</a:t>
            </a:r>
          </a:p>
          <a:p/>
          <a:p>
            <a:r>
              <a:t>API RATE LIMITS (the real ceiling):</a:t>
            </a:r>
          </a:p>
          <a:p>
            <a:r>
              <a:t>- All concurrent sessions share the same API key</a:t>
            </a:r>
          </a:p>
          <a:p>
            <a:r>
              <a:t>- Claude Max ($100/mo): comfortable for 4-6 concurrent sessions</a:t>
            </a:r>
          </a:p>
          <a:p>
            <a:r>
              <a:t>- API key (pay-per-use): scales with spend, tier-dependent</a:t>
            </a:r>
          </a:p>
          <a:p>
            <a:r>
              <a:t>- When rate-limited, Claude CLI just waits — doesn't crash</a:t>
            </a:r>
          </a:p>
          <a:p/>
          <a:p>
            <a:r>
              <a:t>LIMITATION: Same user can't run two requests simultaneously.</a:t>
            </a:r>
          </a:p>
          <a:p>
            <a:r>
              <a:t>This is by design (prevent confusion), but could be changed by modifying the session tracking from per-user to per-user-per-engagement.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HYBRID APPROACH — WHY THIS WORKS:</a:t>
            </a:r>
          </a:p>
          <a:p/>
          <a:p>
            <a:r>
              <a:t>The key insight is that you don't need EVERYONE to be a power user.</a:t>
            </a:r>
          </a:p>
          <a:p>
            <a:r>
              <a:t>You need everyone to USE the system (Telegram) and 1-2 people to MAINTAIN it (CLI).</a:t>
            </a:r>
          </a:p>
          <a:p/>
          <a:p>
            <a:r>
              <a:t>Analogy: A firm doesn't need every accountant to know how to set up the server. They need every accountant to use the software, and one IT person to keep it running.</a:t>
            </a:r>
          </a:p>
          <a:p/>
          <a:p>
            <a:r>
              <a:t>TRAINING PLAN:</a:t>
            </a:r>
          </a:p>
          <a:p>
            <a:r>
              <a:t>- All staff: 30-minute Telegram orientation. 'Here's the bot, here's how to send a request.'</a:t>
            </a:r>
          </a:p>
          <a:p>
            <a:r>
              <a:t>- Power users: 2-day Claude Code training. Skills, MCP, debugging, maintenance.</a:t>
            </a:r>
          </a:p>
          <a:p/>
          <a:p>
            <a:r>
              <a:t>COST:</a:t>
            </a:r>
          </a:p>
          <a:p>
            <a:r>
              <a:t>- Mac Mini M4: ~RM 3,000-5,000 (one-time)</a:t>
            </a:r>
          </a:p>
          <a:p>
            <a:r>
              <a:t>- Claude Max subscription: ~RM 450/month</a:t>
            </a:r>
          </a:p>
          <a:p>
            <a:r>
              <a:t>- Your setup &amp; training fee: one-time</a:t>
            </a:r>
          </a:p>
          <a:p>
            <a:r>
              <a:t>- Ongoing: near-zero if power users are competent</a:t>
            </a:r>
          </a:p>
          <a:p/>
          <a:p>
            <a:r>
              <a:t>Compare to hiring one additional audit junior: RM 3,000-4,000/month + EPF + SOCSO.</a:t>
            </a:r>
          </a:p>
          <a:p>
            <a:r>
              <a:t>The AI staff costs less and works 24/7.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 — DETAIL:</a:t>
            </a:r>
          </a:p>
          <a:p/>
          <a:p>
            <a:r>
              <a:t>1. DECIDE: Today's meeting. Recommend hybrid approach.</a:t>
            </a:r>
          </a:p>
          <a:p/>
          <a:p>
            <a:r>
              <a:t>2. PROCURE: Mac Mini M4 with 24GB RAM (~RM 3,000-5,000).</a:t>
            </a:r>
          </a:p>
          <a:p>
            <a:r>
              <a:t>   Must be always-on, connected to internet. Can sit in server room.</a:t>
            </a:r>
          </a:p>
          <a:p/>
          <a:p>
            <a:r>
              <a:t>3. SETUP: 1-2 day engagement. Install Node.js, Claude CLI, Playwright,</a:t>
            </a:r>
          </a:p>
          <a:p>
            <a:r>
              <a:t>   configure Telegram bot, Gmail API, set up accounts.</a:t>
            </a:r>
          </a:p>
          <a:p/>
          <a:p>
            <a:r>
              <a:t>4. TEMPLATES: The firm provides their existing working paper templates,</a:t>
            </a:r>
          </a:p>
          <a:p>
            <a:r>
              <a:t>   checklists, engagement letters. We structure them in the folder hierarchy.</a:t>
            </a:r>
          </a:p>
          <a:p/>
          <a:p>
            <a:r>
              <a:t>5. PRIORITY SKILLS: Start with highest-volume, lowest-risk work:</a:t>
            </a:r>
          </a:p>
          <a:p>
            <a:r>
              <a:t>   - Tax computation (high volume, well-defined rules)</a:t>
            </a:r>
          </a:p>
          <a:p>
            <a:r>
              <a:t>   - Compilation FS (high volume, template-driven)</a:t>
            </a:r>
          </a:p>
          <a:p>
            <a:r>
              <a:t>   Then expand to audit workpapers and reports.</a:t>
            </a:r>
          </a:p>
          <a:p/>
          <a:p>
            <a:r>
              <a:t>6. PILOT: Pick 2-3 real client engagements. AI prepares, human reviews.</a:t>
            </a:r>
          </a:p>
          <a:p>
            <a:r>
              <a:t>   Measure time savings and error rates.</a:t>
            </a:r>
          </a:p>
          <a:p/>
          <a:p>
            <a:r>
              <a:t>7. SCALE: Once proven, train all staff on Telegram interface.</a:t>
            </a:r>
          </a:p>
          <a:p>
            <a:r>
              <a:t>   Train 1-2 power users on Claude CLI for maintenance.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Agent 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0C4DE"/>
                </a:solidFill>
                <a:latin typeface="Calibri"/>
              </a:defRPr>
            </a:pPr>
            <a:r>
              <a:t>AI Staff Deployment Strategy for Accounting Firms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91840"/>
            <a:ext cx="4846320" cy="27432"/>
          </a:xfrm>
          <a:prstGeom prst="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Telegram Bot  vs  Claude Code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88A0C0"/>
                </a:solidFill>
                <a:latin typeface="Calibri"/>
              </a:defRPr>
            </a:pPr>
            <a:r>
              <a:t>Architecture  |  Pros &amp; Cons  |  Concurrency  | 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088A8"/>
                </a:solidFill>
                <a:latin typeface="Calibri"/>
              </a:defRPr>
            </a:pPr>
            <a:r>
              <a:t>Audit  |  Tax  |  Compilation Services  —  Malaysia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Two Deployment Approaches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114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A: Claude Code CLI (Direct)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5486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Staff types commands in terminal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Claude CLI runs directly on Mac Mini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No middleware, no bot layer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Full CLI power: /help, slash commands, MCP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Each user runs their own session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Interface:  Terminal / VS Code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Setup:  Install Claude Code + train staff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Who builds it:  The firm (with training)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411480"/>
          </a:xfrm>
          <a:prstGeom prst="round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B: Agent K Telegram 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4864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Staff sends messages via Telegram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Bot relays to Claude CLI behind the scenes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Files sent/received via Telegram chat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Mobile-friendly, fire-and-forget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One bot serves all staff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Interface:  Telegram (phone / desktop)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Setup:  Clone repo, configure .env, deploy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Who builds it:  You (then hand over)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5943600"/>
            <a:ext cx="758952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Both use the same foundation:  Claude CLI  +  Skills (SKILL.md)  +  MCP Servers  +  Local filesystem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Approach B: Telegram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Pros &amp; Cons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✅  Strengths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486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Zero technical skill required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Staff already know Telegram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Mobile-friendly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Send requests from phone, get files back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Fire-and-forget async workflow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Send message, get notified when done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Automatic file delivery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PDFs and Excel files sent back in chat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Built-in audit trail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Every message logged to SQLite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Built-in email integration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Bot can email clients after human approval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⚠️  Considerations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486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Extra middleware layer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Node.js + Telegraf + SQLite to maintain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Debugging is indirect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Errors wrapped by bot, root cause hidden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Telegram message limits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4,096 char cap; tables render imperfectly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Process must stay alive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Node.js server needs monitoring (pm2)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MCP server version risk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npx @latest may pull breaking updates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Single bot bottleneck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One request per user at a 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Approach A: Claude Code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Pros &amp; Cons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✅  Strengths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486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Simpler architecture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No bot, no middleware. Just Claude CLI.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Full CLI power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/help, context window visibility, all native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Easier debugging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Errors shown directly in terminal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No dependency on custom code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Claude CLI maintained by Anthropic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Multi-user natively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Each staff runs own session, no bottleneck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Lower maintenance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No Node.js server to keep alive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⚠️  Considerations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486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Terminal literacy required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Accounting staff are not developers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Training overhead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Must teach CLI, file navigation, commands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No mobile access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Desktop-only, must sit at Mac Mini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No async workflow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Can't fire-and-forget, must watch terminal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No automatic file delivery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Staff must locate files manually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Each staff needs individual setup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    Separate installs, API keys, env configs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Adoption &amp; Success Rate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371600"/>
            <a:ext cx="365760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371600"/>
            <a:ext cx="320040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CLI Direct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20040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Telegram 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828800"/>
            <a:ext cx="36576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Staff adoption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2880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C0392B"/>
                </a:solidFill>
                <a:latin typeface="Calibri"/>
              </a:defRPr>
            </a:pPr>
            <a:r>
              <a:t>30 – 40%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82880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80 – 90%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2331720"/>
            <a:ext cx="36576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Initial setup success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233172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33172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E67E22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2834640"/>
            <a:ext cx="36576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Day 1 usability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83464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C0392B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83464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337560"/>
            <a:ext cx="36576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Long-term sustainability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333756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High (if adopted)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33756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E67E22"/>
                </a:solidFill>
                <a:latin typeface="Calibri"/>
              </a:defRPr>
            </a:pPr>
            <a:r>
              <a:t>Medium (maintenance)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3840480"/>
            <a:ext cx="36576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Skill ceiling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84048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Very high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3840480"/>
            <a:ext cx="32004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E67E22"/>
                </a:solidFill>
                <a:latin typeface="Calibri"/>
              </a:defRPr>
            </a:pPr>
            <a:r>
              <a:t>Capped by bot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" y="4343400"/>
            <a:ext cx="36576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Typical failure mode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434340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C0392B"/>
                </a:solidFill>
                <a:latin typeface="Calibri"/>
              </a:defRPr>
            </a:pPr>
            <a:r>
              <a:t>Staff stops using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4343400"/>
            <a:ext cx="3200400" cy="5029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E67E22"/>
                </a:solidFill>
                <a:latin typeface="Calibri"/>
              </a:defRPr>
            </a:pPr>
            <a:r>
              <a:t>Bot crashes unnoticed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5029200"/>
            <a:ext cx="10058400" cy="10972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0">
                <a:solidFill>
                  <a:srgbClr val="1B2A4A"/>
                </a:solidFill>
                <a:latin typeface="Calibri"/>
              </a:defRPr>
            </a:pPr>
            <a:r>
              <a:t>Key Insight:  CLI is technically superior but fails at adoption.</a:t>
            </a:r>
            <a:br/>
            <a:r>
              <a:t>Telegram succeeds at adoption but needs maintenance.</a:t>
            </a:r>
            <a:br/>
            <a:r>
              <a:t>Neither alone gives &gt;70% success rate.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Architecture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The Telegram bot is a thin passthrough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2194560"/>
            <a:ext cx="57607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3383280" y="2286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Claude CLI  (The Real Engine)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•  Skills (SKILL.md files)</a:t>
            </a:r>
            <a:br/>
            <a:r>
              <a:t>•  MCP Servers (Excel, Word, Gmail, Sheets)</a:t>
            </a:r>
            <a:br/>
            <a:r>
              <a:t>•  Filesystem (templates, engagement data)</a:t>
            </a:r>
            <a:br/>
            <a:r>
              <a:t>•  Session management &amp;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2286000" cy="1645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86C8"/>
                </a:solidFill>
                <a:latin typeface="Calibri"/>
              </a:defRPr>
            </a:pPr>
            <a:r>
              <a:t>Telegram Bot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6E"/>
                </a:solidFill>
                <a:latin typeface="Calibri"/>
              </a:defRPr>
            </a:pPr>
            <a:r>
              <a:t>~400 lines of JS</a:t>
            </a:r>
            <a:br/>
            <a:r>
              <a:t>Only job:</a:t>
            </a:r>
            <a:br/>
            <a:r>
              <a:t>  Message in →</a:t>
            </a:r>
            <a:br/>
            <a:r>
              <a:t>  Response out →</a:t>
            </a:r>
            <a:br/>
            <a:r>
              <a:t>  Files in/out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3108960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5120640"/>
            <a:ext cx="5303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600" b="1">
                <a:solidFill>
                  <a:srgbClr val="2C5F8A"/>
                </a:solidFill>
                <a:latin typeface="Calibri"/>
              </a:defRPr>
            </a:pPr>
            <a:r>
              <a:t>spawn('claude', ['-p', message])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6E"/>
                </a:solidFill>
                <a:latin typeface="Calibri"/>
              </a:defRPr>
            </a:pPr>
            <a:r>
              <a:t>That's literally all the bot does. Everything else is Claude.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5029200"/>
            <a:ext cx="5303520" cy="4114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What This Means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5394960"/>
            <a:ext cx="53035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Bot has zero intelligence — all brains are in Claude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Same skills, same MCP, same output in both approaches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 If bot breaks, fix in 10 minutes. Value is intact.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When Anthropic Improves, You Improve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Free upgrades, no code changes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4114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Better reasoning</a:t>
            </a:r>
            <a:br/>
            <a:r>
              <a:t>(Opus 5, Sonnet 5)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663440" y="1508760"/>
            <a:ext cx="457200" cy="32004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280160"/>
            <a:ext cx="50292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More accurate tax computations,</a:t>
            </a:r>
            <a:br/>
            <a:r>
              <a:t>catches more audit issues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4114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Larger context window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663440" y="2468880"/>
            <a:ext cx="457200" cy="32004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12080" y="2240280"/>
            <a:ext cx="50292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Handles bigger trial balances,</a:t>
            </a:r>
            <a:br/>
            <a:r>
              <a:t>reads longer contracts in one pass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4114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Better tool use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63440" y="3429000"/>
            <a:ext cx="457200" cy="32004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12080" y="3200400"/>
            <a:ext cx="50292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More reliable Excel/Word operations,</a:t>
            </a:r>
            <a:br/>
            <a:r>
              <a:t>fewer MCP errors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4114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Faster inference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663440" y="4389120"/>
            <a:ext cx="457200" cy="32004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2080" y="4160520"/>
            <a:ext cx="50292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Quicker responses,</a:t>
            </a:r>
            <a:br/>
            <a:r>
              <a:t>shorter wait times in Telegram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120640"/>
            <a:ext cx="4114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New CLI features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663440" y="5349240"/>
            <a:ext cx="457200" cy="32004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0" y="5120640"/>
            <a:ext cx="502920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27AE60"/>
                </a:solidFill>
                <a:latin typeface="Calibri"/>
              </a:defRPr>
            </a:pPr>
            <a:r>
              <a:t>Available immediately —</a:t>
            </a:r>
            <a:br/>
            <a:r>
              <a:t>new tools, better session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6126480"/>
            <a:ext cx="9418320" cy="45720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1B2A4A"/>
                </a:solidFill>
                <a:latin typeface="Calibri"/>
              </a:defRPr>
            </a:pPr>
            <a:r>
              <a:t>You don't rebuild anything. You don't restart the bot. The next request just runs a better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Self-Maintaining via Telegram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No git, no terminal, no developer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74320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Add a new skill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40" y="1508760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49039" y="1280160"/>
            <a:ext cx="795527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"Create a new skill called /bank-recon that</a:t>
            </a:r>
            <a:br/>
            <a:r>
              <a:t>prepares bank reconciliation workpapers"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67712"/>
            <a:ext cx="274320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Update tax rates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91840" y="2496312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49039" y="2267712"/>
            <a:ext cx="795527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"Update the tax computation skill to change</a:t>
            </a:r>
            <a:br/>
            <a:r>
              <a:t>the SME threshold from RM600k to RM700k"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55264"/>
            <a:ext cx="274320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Edit a template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483864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49039" y="3255264"/>
            <a:ext cx="795527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"Open the audit planning template and add</a:t>
            </a:r>
            <a:br/>
            <a:r>
              <a:t>a column for inherent risk rating"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42816"/>
            <a:ext cx="274320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Fix the bot itself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291840" y="4471416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749039" y="4242816"/>
            <a:ext cx="795527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"Edit claude-runner.js to add the Google</a:t>
            </a:r>
            <a:br/>
            <a:r>
              <a:t>Drive MCP server with these keywords..."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30368"/>
            <a:ext cx="274320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Backup everything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291840" y="5458968"/>
            <a:ext cx="365760" cy="32004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49039" y="5230368"/>
            <a:ext cx="795527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"Zip up the skills folder and send</a:t>
            </a:r>
            <a:br/>
            <a:r>
              <a:t>it to me on Telegram"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6309360"/>
            <a:ext cx="9418320" cy="4114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1B2A4A"/>
                </a:solidFill>
                <a:latin typeface="Calibri"/>
              </a:defRPr>
            </a:pPr>
            <a:r>
              <a:t>Claude CLI has full filesystem access.  The Telegram user IS the admin.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Concurrent Sessions on Mac Mini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Multiple staff, multiple engagements, simultaneously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Each user request spawns an independent Claude CLI process: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2926080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User A (Audit Senior)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474720" y="1901952"/>
            <a:ext cx="365760" cy="27432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31920" y="1737360"/>
            <a:ext cx="36576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ABC Sdn Bhd — Debtors workpaper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737360"/>
            <a:ext cx="3931920" cy="6400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0">
                <a:solidFill>
                  <a:srgbClr val="5A5A6E"/>
                </a:solidFill>
                <a:latin typeface="Calibri"/>
              </a:defRPr>
            </a:pPr>
            <a:r>
              <a:t>claude process #1  (~200MB RAM)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2926080" cy="640080"/>
          </a:xfrm>
          <a:prstGeom prst="round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User B (Tax Associate)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74720" y="2679192"/>
            <a:ext cx="365760" cy="274320"/>
          </a:xfrm>
          <a:prstGeom prst="rightArrow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31920" y="2514600"/>
            <a:ext cx="36576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DEF PLT — Tax computation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514600"/>
            <a:ext cx="3931920" cy="6400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0">
                <a:solidFill>
                  <a:srgbClr val="5A5A6E"/>
                </a:solidFill>
                <a:latin typeface="Calibri"/>
              </a:defRPr>
            </a:pPr>
            <a:r>
              <a:t>claude process #2  (~200MB RAM)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91840"/>
            <a:ext cx="292608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User C (Manager)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474720" y="3456432"/>
            <a:ext cx="365760" cy="274320"/>
          </a:xfrm>
          <a:prstGeom prst="rightArrow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31920" y="3291840"/>
            <a:ext cx="36576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GHI Corp — Compilation 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3291840"/>
            <a:ext cx="3931920" cy="6400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0">
                <a:solidFill>
                  <a:srgbClr val="5A5A6E"/>
                </a:solidFill>
                <a:latin typeface="Calibri"/>
              </a:defRPr>
            </a:pPr>
            <a:r>
              <a:t>claude process #3  (~200MB RAM)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Mac Mini capacity (practical limits):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09160"/>
            <a:ext cx="256032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Concurrent Sessions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4709160"/>
            <a:ext cx="210312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1–2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4709160"/>
            <a:ext cx="210312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3–4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709160"/>
            <a:ext cx="256032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5–6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0" y="4709160"/>
            <a:ext cx="237744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7+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166360"/>
            <a:ext cx="2560320" cy="41148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Mac Mini M2 (16GB)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17520" y="5166360"/>
            <a:ext cx="2103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27AE60"/>
                </a:solidFill>
                <a:latin typeface="Calibri"/>
              </a:defRPr>
            </a:pPr>
            <a:r>
              <a:t>Comfortable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20640" y="5166360"/>
            <a:ext cx="2103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3A86C8"/>
                </a:solidFill>
                <a:latin typeface="Calibri"/>
              </a:defRPr>
            </a:pPr>
            <a:r>
              <a:t>Fine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3760" y="5166360"/>
            <a:ext cx="25603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E67E22"/>
                </a:solidFill>
                <a:latin typeface="Calibri"/>
              </a:defRPr>
            </a:pPr>
            <a:r>
              <a:t>Memory pressure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5166360"/>
            <a:ext cx="237744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C0392B"/>
                </a:solidFill>
                <a:latin typeface="Calibri"/>
              </a:defRPr>
            </a:pPr>
            <a:r>
              <a:t>Sluggish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23560"/>
            <a:ext cx="2560320" cy="41148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Mac Mini M4 (24GB)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17520" y="5623560"/>
            <a:ext cx="2103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27AE60"/>
                </a:solidFill>
                <a:latin typeface="Calibri"/>
              </a:defRPr>
            </a:pPr>
            <a:r>
              <a:t>Comfortable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40" y="5623560"/>
            <a:ext cx="21031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27AE60"/>
                </a:solidFill>
                <a:latin typeface="Calibri"/>
              </a:defRPr>
            </a:pPr>
            <a:r>
              <a:t>Comfortable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23760" y="5623560"/>
            <a:ext cx="25603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3A86C8"/>
                </a:solidFill>
                <a:latin typeface="Calibri"/>
              </a:defRPr>
            </a:pPr>
            <a:r>
              <a:t>Fine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5623560"/>
            <a:ext cx="237744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 b="0">
                <a:solidFill>
                  <a:srgbClr val="E67E22"/>
                </a:solidFill>
                <a:latin typeface="Calibri"/>
              </a:defRPr>
            </a:pPr>
            <a:r>
              <a:t>Possible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6309360"/>
            <a:ext cx="9418320" cy="4114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Real ceiling:  Anthropic API rate limit (shared across all sessions), not Mac Mini hardware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Recommendation: Hybrid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C4DE"/>
                </a:solidFill>
                <a:latin typeface="Calibri"/>
              </a:defRPr>
            </a:pPr>
            <a:r>
              <a:t>Best of both worlds — estimated 70-75% success rate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124712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TIER 1:  Telegram Bot for All Staff  (daily 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Every staff member uses Telegram to interact with AI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Send requests, receive deliverables, review and approve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Zero training needed — they already know how to chat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Expected adoption: 80-90%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11247120" cy="457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TIER 2:  Claude Code CLI for 1–2 Power Users  (maintenance &amp; edge cases)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Firm's IT person or tech-savvy senior learns Claude CLI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Maintains skills, updates templates, debugs issues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Handles complex requests too nuanced for standard skills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You train these 1–2 people, not the whole firm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120640"/>
            <a:ext cx="9418320" cy="146304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3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1400" b="0">
                <a:solidFill>
                  <a:srgbClr val="1B2A4A"/>
                </a:solidFill>
                <a:latin typeface="Calibri"/>
              </a:defRPr>
            </a:pPr>
            <a:r>
              <a:t>Result</a:t>
            </a:r>
            <a:br/>
            <a:br/>
            <a:r>
              <a:t>•  90%+ adoption  (Telegram for everyone)</a:t>
            </a:r>
            <a:br/>
            <a:r>
              <a:t>•  Self-sustaining  (power users maintain without you)</a:t>
            </a:r>
            <a:br/>
            <a:r>
              <a:t>•  High skill ceiling  (CLI available for complex tasks)</a:t>
            </a:r>
            <a:br/>
            <a:r>
              <a:t>•  Resilient  (if bot breaks, power user fixes it in 10 min)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188720"/>
            <a:ext cx="3017520" cy="27432"/>
          </a:xfrm>
          <a:prstGeom prst="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" y="14630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63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Decide on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5087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CLI only, Telegram only, or Hybrid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1488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48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Procure Mac 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194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M4 24GB recommended for multi-user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8346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834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Setup &amp; deploy Agent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880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Install software, configure accounts, deploy bot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5204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20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Populate templates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5661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Firm's existing audit/tax/compilation templates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42062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06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Build priority 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2519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Start with /tax-computation and /compile-accounts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8920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892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Pilot with 2–3 engagements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49377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Real clients, real deliverables, human review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557784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577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Train staff &amp; 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5623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Telegram orientation for all, CLI training for power users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