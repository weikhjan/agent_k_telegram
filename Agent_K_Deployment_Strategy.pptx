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This presentation compares two deployment approaches for an AI staff member at a Malaysia accounting firm: (A) Teaching the firm to use Claude Code CLI directly, vs (B) Deploying the Agent K Telegram bot as a chat interface. We cover architecture, pros/cons, concurrency, and a recommended hybrid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Both approaches use the EXACT same foundation underneath.</a:t>
            </a:r>
          </a:p>
          <a:p/>
          <a:p>
            <a:r>
              <a:t>- Skills (SKILL.md files) are identical in both</a:t>
            </a:r>
          </a:p>
          <a:p>
            <a:r>
              <a:t>- MCP servers (Excel, Word, Gmail, etc.) are identical</a:t>
            </a:r>
          </a:p>
          <a:p>
            <a:r>
              <a:t>- Templates and folder structure are identical</a:t>
            </a:r>
          </a:p>
          <a:p>
            <a:r>
              <a:t>- The only difference is HOW the human interacts: terminal vs Telegram</a:t>
            </a:r>
          </a:p>
          <a:p/>
          <a:p>
            <a:r>
              <a:t>Approach A: Staff learns to use the terminal. More powerful but requires technical comfort.</a:t>
            </a:r>
          </a:p>
          <a:p>
            <a:r>
              <a:t>Approach B: Staff chats on Telegram. Zero learning curve but adds a bot middleware layer.</a:t>
            </a:r>
          </a:p>
          <a:p/>
          <a:p>
            <a:r>
              <a:t>The Telegram bot is ~400 lines of JavaScript. It's a 'dumb pipe' that passes messages to Claude CLI and returns the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TELEGRAM BOT PROS (detail):</a:t>
            </a:r>
          </a:p>
          <a:p>
            <a:r>
              <a:t>- Zero learning curve: accounting staff use Telegram/WhatsApp daily</a:t>
            </a:r>
          </a:p>
          <a:p>
            <a:r>
              <a:t>- Mobile: audit senior can request a workpaper from their phone while at client site</a:t>
            </a:r>
          </a:p>
          <a:p>
            <a:r>
              <a:t>- Async: send 'prepare tax comp for ABC' and go make coffee. Bot notifies when done.</a:t>
            </a:r>
          </a:p>
          <a:p>
            <a:r>
              <a:t>- File delivery: PDFs, Excel files auto-sent back. No navigating filesystem.</a:t>
            </a:r>
          </a:p>
          <a:p>
            <a:r>
              <a:t>- Audit trail: every instruction and response logged with timestamps.</a:t>
            </a:r>
          </a:p>
          <a:p/>
          <a:p>
            <a:r>
              <a:t>TELEGRAM BOT CONS (detail):</a:t>
            </a:r>
          </a:p>
          <a:p>
            <a:r>
              <a:t>- The bot is 4 files / ~400 lines. Simple, but still extra moving parts.</a:t>
            </a:r>
          </a:p>
          <a:p>
            <a:r>
              <a:t>- When Claude CLI errors, staff sees generic 'Error occurred'. Need power user to diagnose.</a:t>
            </a:r>
          </a:p>
          <a:p>
            <a:r>
              <a:t>- Telegram caps messages at 4096 chars. Long outputs get split and may look messy.</a:t>
            </a:r>
          </a:p>
          <a:p>
            <a:r>
              <a:t>- The Node.js process can crash silently overnight. Need pm2 or similar to auto-restart.</a:t>
            </a:r>
          </a:p>
          <a:p>
            <a:r>
              <a:t>- npx @playwright/mcp@latest pulls whatever version is newest. Could break.</a:t>
            </a:r>
          </a:p>
          <a:p>
            <a:r>
              <a:t>- Fix: pin versions in MCP config instead of using @latest.</a:t>
            </a:r>
          </a:p>
          <a:p>
            <a:r>
              <a:t>- One user can't send two requests simultaneously (by design, to prevent confusion).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PROS (detail):</a:t>
            </a:r>
          </a:p>
          <a:p>
            <a:r>
              <a:t>- One moving part: Claude CLI. Maintained by Anthropic. No custom code to break.</a:t>
            </a:r>
          </a:p>
          <a:p>
            <a:r>
              <a:t>- Staff sees raw output, can see thinking process, tool usage in real-time.</a:t>
            </a:r>
          </a:p>
          <a:p>
            <a:r>
              <a:t>- When something fails, the error is right there. No translation layer.</a:t>
            </a:r>
          </a:p>
          <a:p>
            <a:r>
              <a:t>- Each person's session is completely independent.</a:t>
            </a:r>
          </a:p>
          <a:p/>
          <a:p>
            <a:r>
              <a:t>CLI CONS (detail):</a:t>
            </a:r>
          </a:p>
          <a:p>
            <a:r>
              <a:t>- This is the dealbreaker for most accounting firms. Staff see a black terminal screen and freeze. In our experience, adoption drops to &lt;40% within 2 weeks.</a:t>
            </a:r>
          </a:p>
          <a:p>
            <a:r>
              <a:t>- Cannot use from phone. Audit seniors at client premises can't send requests.</a:t>
            </a:r>
          </a:p>
          <a:p>
            <a:r>
              <a:t>- Must actively watch terminal for output. Can't multitask.</a:t>
            </a:r>
          </a:p>
          <a:p>
            <a:r>
              <a:t>- If the firm has 8 staff, you need 8 Claude Code installations configured.</a:t>
            </a:r>
          </a:p>
          <a:p/>
          <a:p>
            <a:r>
              <a:t>KEY INSIGHT: The cons are all about the HUMAN, not the technology. The CLI is technically superior but practically unusable for non-technical accounting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ADOPTION DETAILS:</a:t>
            </a:r>
          </a:p>
          <a:p/>
          <a:p>
            <a:r>
              <a:t>CLI 30-40%: Based on experience deploying CLI tools to non-technical users. After initial training, most revert to manual methods within 2 weeks. Only tech-savvy individuals (1-2 per firm) stick with it.</a:t>
            </a:r>
          </a:p>
          <a:p/>
          <a:p>
            <a:r>
              <a:t>Telegram 80-90%: Chat interfaces have near-universal adoption because staff already use Telegram/WhatsApp daily. No new skill to learn.</a:t>
            </a:r>
          </a:p>
          <a:p/>
          <a:p>
            <a:r>
              <a:t>CLI setup 85%: Simple to install, but each person needs individual configuration.</a:t>
            </a:r>
          </a:p>
          <a:p>
            <a:r>
              <a:t>Telegram setup 70%: More complex initial setup (Node.js, env vars, webhook) but one-time.</a:t>
            </a:r>
          </a:p>
          <a:p/>
          <a:p>
            <a:r>
              <a:t>FAILURE MODES:</a:t>
            </a:r>
          </a:p>
          <a:p>
            <a:r>
              <a:t>- CLI: The most likely outcome is staff just... stops opening the terminal.</a:t>
            </a:r>
          </a:p>
          <a:p>
            <a:r>
              <a:t>- Telegram: The bot process dies at 2am, nobody notices until next morning.</a:t>
            </a:r>
          </a:p>
          <a:p>
            <a:r>
              <a:t>  Fix: use pm2 process manager with auto-restart. Simple but must be set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POINT FOR THE FIRM:</a:t>
            </a:r>
          </a:p>
          <a:p/>
          <a:p>
            <a:r>
              <a:t>The Telegram bot is NOT the product. It's a remote control.</a:t>
            </a:r>
          </a:p>
          <a:p/>
          <a:p>
            <a:r>
              <a:t>Think of it like a TV remote: if the remote breaks, you buy a new one for $5. The TV (Claude CLI + Skills + Templates) is the real investment.</a:t>
            </a:r>
          </a:p>
          <a:p/>
          <a:p>
            <a:r>
              <a:t>The entire bot is 4 files:</a:t>
            </a:r>
          </a:p>
          <a:p>
            <a:r>
              <a:t>- index.js (407 lines): Telegram message handlers</a:t>
            </a:r>
          </a:p>
          <a:p>
            <a:r>
              <a:t>- claude-runner.js (197 lines): Spawns Claude CLI, parses JSON response</a:t>
            </a:r>
          </a:p>
          <a:p>
            <a:r>
              <a:t>- database.js (~50 lines): SQLite session storage</a:t>
            </a:r>
          </a:p>
          <a:p>
            <a:r>
              <a:t>- utils.js (~60 lines): Auth check, message formatting</a:t>
            </a:r>
          </a:p>
          <a:p/>
          <a:p>
            <a:r>
              <a:t>Total: ~700 lines of JavaScript. A junior developer could understand and fix it in a day.</a:t>
            </a:r>
          </a:p>
          <a:p/>
          <a:p>
            <a:r>
              <a:t>The SKILLS are where the firm's know-how lives. A tax computation skill might be 200 lines of detailed instructions. That works identically whether accessed via CLI or Telegram.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COMPLETE JOURNEY OF A SINGLE MESSAGE.</a:t>
            </a:r>
          </a:p>
          <a:p/>
          <a:p>
            <a:r>
              <a:t>Step 1: User types in Telegram (phone or desktop).</a:t>
            </a:r>
          </a:p>
          <a:p/>
          <a:p>
            <a:r>
              <a:t>Step 2: Telegraf library receives the webhook/poll. Bot checks:</a:t>
            </a:r>
          </a:p>
          <a:p>
            <a:r>
              <a:t>  - Is this user in ALLOWED_TELEGRAM_IDS? (auth)</a:t>
            </a:r>
          </a:p>
          <a:p>
            <a:r>
              <a:t>  - Is this chat in ALLOWED_CHAT_IDS? (chat restriction)</a:t>
            </a:r>
          </a:p>
          <a:p>
            <a:r>
              <a:t>  - Is this user already being processed? (duplicate prevention)</a:t>
            </a:r>
          </a:p>
          <a:p>
            <a:r>
              <a:t>  If all pass, sends '🤔 Processing...' and begins.</a:t>
            </a:r>
          </a:p>
          <a:p/>
          <a:p>
            <a:r>
              <a:t>Step 3: SMART MCP DETECTION. The bot scans the message for keywords:</a:t>
            </a:r>
          </a:p>
          <a:p>
            <a:r>
              <a:t>  - 'email/gmail/inbox' → loads Gmail MCP server</a:t>
            </a:r>
          </a:p>
          <a:p>
            <a:r>
              <a:t>  - 'browse/website/url' → loads Playwright MCP server</a:t>
            </a:r>
          </a:p>
          <a:p>
            <a:r>
              <a:t>  - 'devtools/debug page' → loads Chrome DevTools MCP</a:t>
            </a:r>
          </a:p>
          <a:p>
            <a:r>
              <a:t>  - No match → fast mode (no MCP loaded, faster startup)</a:t>
            </a:r>
          </a:p>
          <a:p>
            <a:r>
              <a:t>  This is important: MCP servers add 2-5 seconds startup. Smart loading saves time.</a:t>
            </a:r>
          </a:p>
          <a:p/>
          <a:p>
            <a:r>
              <a:t>Step 4: The actual Claude CLI is spawned as a child process.</a:t>
            </a:r>
          </a:p>
          <a:p>
            <a:r>
              <a:t>  Key flags:</a:t>
            </a:r>
          </a:p>
          <a:p>
            <a:r>
              <a:t>  - '-p' = print mode (non-interactive)</a:t>
            </a:r>
          </a:p>
          <a:p>
            <a:r>
              <a:t>  - '--output-format json' = structured output for parsing</a:t>
            </a:r>
          </a:p>
          <a:p>
            <a:r>
              <a:t>  - '--resume sessionId' = continue previous conversation</a:t>
            </a:r>
          </a:p>
          <a:p>
            <a:r>
              <a:t>  - '--dangerously-skip-permissions' = no permission prompts (required for bot)</a:t>
            </a:r>
          </a:p>
          <a:p/>
          <a:p>
            <a:r>
              <a:t>Step 5: THIS IS WHERE ALL THE MAGIC HAPPENS.</a:t>
            </a:r>
          </a:p>
          <a:p>
            <a:r>
              <a:t>  Claude reads ~/.claude/CLAUDE.md (its personality/rules).</a:t>
            </a:r>
          </a:p>
          <a:p>
            <a:r>
              <a:t>  Claude matches the request to a skill (e.g., /tax-computation).</a:t>
            </a:r>
          </a:p>
          <a:p>
            <a:r>
              <a:t>  Claude uses tools: Read files, Write files, Edit, Bash, MCP tools.</a:t>
            </a:r>
          </a:p>
          <a:p>
            <a:r>
              <a:t>  Claude produces the deliverable.</a:t>
            </a:r>
          </a:p>
          <a:p/>
          <a:p>
            <a:r>
              <a:t>Step 6: Claude returns a JSON object with the result text and session ID.</a:t>
            </a:r>
          </a:p>
          <a:p>
            <a:r>
              <a:t>  Special tags like [SEND_FILE: path] trigger file delivery.</a:t>
            </a:r>
          </a:p>
          <a:p/>
          <a:p>
            <a:r>
              <a:t>Step 7: Bot parses the response, converts markdown to HTML,</a:t>
            </a:r>
          </a:p>
          <a:p>
            <a:r>
              <a:t>  sends text, sends files, saves session ID for next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SOUL — CLAUDE.md — DETAILED EXPLANATION:</a:t>
            </a:r>
          </a:p>
          <a:p/>
          <a:p>
            <a:r>
              <a:t>Location: ~/.claude/CLAUDE.md (global) or per-project CLAUDE.md</a:t>
            </a:r>
          </a:p>
          <a:p>
            <a:r>
              <a:t>Claude reads this file at the START of every conversation.</a:t>
            </a:r>
          </a:p>
          <a:p/>
          <a:p>
            <a:r>
              <a:t>WHAT TO PUT IN IT FOR AN ACCOUNTING FIRM:</a:t>
            </a:r>
          </a:p>
          <a:p>
            <a:r>
              <a:t>1. IDENTITY: 'I am Agent K, AI audit &amp; tax assistant for [Firm Name]'</a:t>
            </a:r>
          </a:p>
          <a:p>
            <a:r>
              <a:t>2. CORE BEHAVIOUR:</a:t>
            </a:r>
          </a:p>
          <a:p>
            <a:r>
              <a:t>   - Operate autonomously — try to figure it out before asking</a:t>
            </a:r>
          </a:p>
          <a:p>
            <a:r>
              <a:t>   - Be direct and efficient — skip pleasantries</a:t>
            </a:r>
          </a:p>
          <a:p>
            <a:r>
              <a:t>   - When unsure, explore independently (read files, check context)</a:t>
            </a:r>
          </a:p>
          <a:p>
            <a:r>
              <a:t>3. ACCOUNTING RULES:</a:t>
            </a:r>
          </a:p>
          <a:p>
            <a:r>
              <a:t>   - Default framework: MPERS for Sdn Bhd, MFRS for PIEs</a:t>
            </a:r>
          </a:p>
          <a:p>
            <a:r>
              <a:t>   - Current tax rates and thresholds</a:t>
            </a:r>
          </a:p>
          <a:p>
            <a:r>
              <a:t>   - Firm's standard engagement procedures</a:t>
            </a:r>
          </a:p>
          <a:p>
            <a:r>
              <a:t>   - File naming conventions</a:t>
            </a:r>
          </a:p>
          <a:p>
            <a:r>
              <a:t>4. BOUNDARIES:</a:t>
            </a:r>
          </a:p>
          <a:p>
            <a:r>
              <a:t>   - Never email clients without human approval</a:t>
            </a:r>
          </a:p>
          <a:p>
            <a:r>
              <a:t>   - Never commit credentials or .env files</a:t>
            </a:r>
          </a:p>
          <a:p>
            <a:r>
              <a:t>   - Always save to /engagements/{year}/{client}/, never to ~/</a:t>
            </a:r>
          </a:p>
          <a:p>
            <a:r>
              <a:t>5. ENVIRONMENT:</a:t>
            </a:r>
          </a:p>
          <a:p>
            <a:r>
              <a:t>   - Python path, Node path</a:t>
            </a:r>
          </a:p>
          <a:p>
            <a:r>
              <a:t>   - Where skills are stored (~/.claude/skills/)</a:t>
            </a:r>
          </a:p>
          <a:p>
            <a:r>
              <a:t>   - Key environment variables</a:t>
            </a:r>
          </a:p>
          <a:p/>
          <a:p>
            <a:r>
              <a:t>MEMORY SYSTEM:</a:t>
            </a:r>
          </a:p>
          <a:p>
            <a:r>
              <a:t>The AI doesn't just forget after each conversation. It has 3 memory layers:</a:t>
            </a:r>
          </a:p>
          <a:p/>
          <a:p>
            <a:r>
              <a:t>1. MEMORY.md: Like a notebook of curated learnings. Auto-loaded every session.</a:t>
            </a:r>
          </a:p>
          <a:p>
            <a:r>
              <a:t>   Example entries:</a:t>
            </a:r>
          </a:p>
          <a:p>
            <a:r>
              <a:t>   - 'Client ABC prefers quarterly reporting, not monthly'</a:t>
            </a:r>
          </a:p>
          <a:p>
            <a:r>
              <a:t>   - 'Use 2% materiality for revenue-based, 5% for PBT-based'</a:t>
            </a:r>
          </a:p>
          <a:p>
            <a:r>
              <a:t>   - 'Tax agent login uses the shared credential at ~/.claude/credentials/lhdn'</a:t>
            </a:r>
          </a:p>
          <a:p/>
          <a:p>
            <a:r>
              <a:t>2. Topic files: Detailed reference. e.g., 'mpers-disclosure-requirements.md'</a:t>
            </a:r>
          </a:p>
          <a:p>
            <a:r>
              <a:t>   Claude reads these when the topic comes up, not every session.</a:t>
            </a:r>
          </a:p>
          <a:p/>
          <a:p>
            <a:r>
              <a:t>3. Daily logs: What happened each day. Useful for resuming work next morning.</a:t>
            </a:r>
          </a:p>
          <a:p>
            <a:r>
              <a:t>   The /compact skill flushes key context here before conversation gets too long.</a:t>
            </a:r>
          </a:p>
          <a:p/>
          <a:p>
            <a:r>
              <a:t>KEY POINT: If you correct the AI ('no, the rate should be 24% not 17%'),</a:t>
            </a:r>
          </a:p>
          <a:p>
            <a:r>
              <a:t>it can save that correction to MEMORY.md. Next time, it gets it right automatically.</a:t>
            </a:r>
          </a:p>
          <a:p>
            <a:r>
              <a:t>Over weeks and months, the AI becomes increasingly calibrated to your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— THE MOST IMPORTANT CONCEPT FOR THE FIRM TO UNDERSTAND:</a:t>
            </a:r>
          </a:p>
          <a:p/>
          <a:p>
            <a:r>
              <a:t>A skill is NOT code. It's a plain English instruction document.</a:t>
            </a:r>
          </a:p>
          <a:p>
            <a:r>
              <a:t>Anyone who can write a procedure manual can write a skill.</a:t>
            </a:r>
          </a:p>
          <a:p/>
          <a:p>
            <a:r>
              <a:t>EXAMPLE — /tax-computation SKILL.md would contain:</a:t>
            </a:r>
          </a:p>
          <a:p>
            <a:r>
              <a:t>1. GATHER: Ask user for client name, FYE date, and P&amp;L file</a:t>
            </a:r>
          </a:p>
          <a:p>
            <a:r>
              <a:t>2. READ: Open the P&amp;L Excel, extract revenue, expenses by category</a:t>
            </a:r>
          </a:p>
          <a:p>
            <a:r>
              <a:t>3. ADJUST: Apply s.39 add-backs (entertainment 50%, depreciation 100%, etc.)</a:t>
            </a:r>
          </a:p>
          <a:p>
            <a:r>
              <a:t>4. CAPITAL ALLOWANCE: Read FA register, apply rates per Schedule 3 ITA</a:t>
            </a:r>
          </a:p>
          <a:p>
            <a:r>
              <a:t>5. COMPUTE: Adjusted income - CA = chargeable income, apply tax rates</a:t>
            </a:r>
          </a:p>
          <a:p>
            <a:r>
              <a:t>6. GENERATE: Create tax-computation.xlsx from template</a:t>
            </a:r>
          </a:p>
          <a:p>
            <a:r>
              <a:t>7. DELIVER: Send via Telegram for review</a:t>
            </a:r>
          </a:p>
          <a:p/>
          <a:p>
            <a:r>
              <a:t>HOW SKILLS GET TRIGGERED:</a:t>
            </a:r>
          </a:p>
          <a:p>
            <a:r>
              <a:t>- Claude reads the skill's 'description' field in the YAML header</a:t>
            </a:r>
          </a:p>
          <a:p>
            <a:r>
              <a:t>- When a user message matches (e.g., 'prepare tax comp'), Claude loads that skill</a:t>
            </a:r>
          </a:p>
          <a:p>
            <a:r>
              <a:t>- Claude then follows the workflow step by step</a:t>
            </a:r>
          </a:p>
          <a:p/>
          <a:p>
            <a:r>
              <a:t>HOW TO CREATE A NEW SKILL:</a:t>
            </a:r>
          </a:p>
          <a:p>
            <a:r>
              <a:t>1. Create a folder: skills/my-new-skill/</a:t>
            </a:r>
          </a:p>
          <a:p>
            <a:r>
              <a:t>2. Create SKILL.md with name, description, and workflow steps</a:t>
            </a:r>
          </a:p>
          <a:p>
            <a:r>
              <a:t>3. (Optional) Add supporting files: templates, Python scripts</a:t>
            </a:r>
          </a:p>
          <a:p>
            <a:r>
              <a:t>4. Run setup-skills.sh to symlink to ~/.claude/skills/</a:t>
            </a:r>
          </a:p>
          <a:p>
            <a:r>
              <a:t>   OR just tell the bot: 'Create a new skill called /my-new-skill'</a:t>
            </a:r>
          </a:p>
          <a:p/>
          <a:p>
            <a:r>
              <a:t>BUILT-IN SKILLS (top row): These come with Agent K out of the box.</a:t>
            </a:r>
          </a:p>
          <a:p>
            <a:r>
              <a:t>They handle file delivery, email, Excel/Word/Sheets operations.</a:t>
            </a:r>
          </a:p>
          <a:p/>
          <a:p>
            <a:r>
              <a:t>ACCOUNTING SKILLS TO BUILD (bottom row, green): These are specific to</a:t>
            </a:r>
          </a:p>
          <a:p>
            <a:r>
              <a:t>the firm's audit, tax, and compilation procedures. They encode the firm's</a:t>
            </a:r>
          </a:p>
          <a:p>
            <a:r>
              <a:t>know-how into repeatable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SERVERS — DETAILED EXPLANATION:</a:t>
            </a:r>
          </a:p>
          <a:p/>
          <a:p>
            <a:r>
              <a:t>MCP (Model Context Protocol) is Anthropic's open standard for connecting AI to tools.</a:t>
            </a:r>
          </a:p>
          <a:p>
            <a:r>
              <a:t>Think of each MCP server as a 'plugin' that gives the AI a new ability.</a:t>
            </a:r>
          </a:p>
          <a:p/>
          <a:p>
            <a:r>
              <a:t>HOW TO ADD A NEW MCP SERVER:</a:t>
            </a:r>
          </a:p>
          <a:p>
            <a:r>
              <a:t>1. Find or build an MCP server (many available on npm/GitHub)</a:t>
            </a:r>
          </a:p>
          <a:p>
            <a:r>
              <a:t>2. Add entry to claude-runner.js MCP_SERVERS object:</a:t>
            </a:r>
          </a:p>
          <a:p>
            <a:r>
              <a:t>   'server-name': {</a:t>
            </a:r>
          </a:p>
          <a:p>
            <a:r>
              <a:t>     keywords: ['trigger', 'words'],</a:t>
            </a:r>
          </a:p>
          <a:p>
            <a:r>
              <a:t>     config: { command: 'npx', args: ['@package/mcp-server'] }</a:t>
            </a:r>
          </a:p>
          <a:p>
            <a:r>
              <a:t>   }</a:t>
            </a:r>
          </a:p>
          <a:p>
            <a:r>
              <a:t>3. Done. Claude can now use the server's tools.</a:t>
            </a:r>
          </a:p>
          <a:p/>
          <a:p>
            <a:r>
              <a:t>EXISTING MCP SERVERS IN AGENT K:</a:t>
            </a:r>
          </a:p>
          <a:p>
            <a:r>
              <a:t>- Excel: Read/write/format spreadsheets. Used for tax comps, working papers, FS.</a:t>
            </a:r>
          </a:p>
          <a:p>
            <a:r>
              <a:t>  Tools: excel_describe_sheets, excel_read_sheet, excel_write_to_sheet, excel_format_range</a:t>
            </a:r>
          </a:p>
          <a:p>
            <a:r>
              <a:t>- Word: Create documents. Used for engagement letters, audit reports, memos.</a:t>
            </a:r>
          </a:p>
          <a:p>
            <a:r>
              <a:t>  Tools: create_document, add_heading, add_paragraph, add_table, convert_to_pdf</a:t>
            </a:r>
          </a:p>
          <a:p>
            <a:r>
              <a:t>- Gmail: Send/receive email. Used for client correspondence.</a:t>
            </a:r>
          </a:p>
          <a:p>
            <a:r>
              <a:t>  Tools: search_emails, read_email, send_email</a:t>
            </a:r>
          </a:p>
          <a:p>
            <a:r>
              <a:t>- Google Sheets: Cloud spreadsheets. Used for shared tracking, client portals.</a:t>
            </a:r>
          </a:p>
          <a:p>
            <a:r>
              <a:t>  Tools: get_sheet_data, update_cells, batch_update_cells, create_spreadsheet</a:t>
            </a:r>
          </a:p>
          <a:p>
            <a:r>
              <a:t>- Playwright: Browser automation. Used for web research, LHDN e-filing, SSM searches.</a:t>
            </a:r>
          </a:p>
          <a:p>
            <a:r>
              <a:t>  Tools: navigate, click, fill, screenshot, evaluate</a:t>
            </a:r>
          </a:p>
          <a:p/>
          <a:p>
            <a:r>
              <a:t>MCP SERVERS TO ADD FOR ACCOUNTING:</a:t>
            </a:r>
          </a:p>
          <a:p>
            <a:r>
              <a:t>- Audit Software: Connect to CaseWare, AutoCount, or MYOB.</a:t>
            </a:r>
          </a:p>
          <a:p>
            <a:r>
              <a:t>  If the software has an API, build a custom MCP server.</a:t>
            </a:r>
          </a:p>
          <a:p>
            <a:r>
              <a:t>  If web-based, use Playwright MCP to automate the interface.</a:t>
            </a:r>
          </a:p>
          <a:p>
            <a:r>
              <a:t>  If desktop-only, use file export/import (CSV/Excel).</a:t>
            </a:r>
          </a:p>
          <a:p>
            <a:r>
              <a:t>- Google Drive: Store engagement files in the cloud for backup and sharing.</a:t>
            </a:r>
          </a:p>
          <a:p/>
          <a:p>
            <a:r>
              <a:t>SMART MCP LOADING:</a:t>
            </a:r>
          </a:p>
          <a:p>
            <a:r>
              <a:t>Each MCP server adds 2-5 seconds startup time.</a:t>
            </a:r>
          </a:p>
          <a:p>
            <a:r>
              <a:t>Agent K only loads servers when keywords in the message match.</a:t>
            </a:r>
          </a:p>
          <a:p>
            <a:r>
              <a:t>This means a simple text request ('what's the status of ABC audit?')</a:t>
            </a:r>
          </a:p>
          <a:p>
            <a:r>
              <a:t>runs in fast mode with zero MCP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'TRAINING CURRICULUM' FOR POWER USERS.</a:t>
            </a:r>
          </a:p>
          <a:p/>
          <a:p>
            <a:r>
              <a:t>After 2 days of training, a power user should be able to:</a:t>
            </a:r>
          </a:p>
          <a:p/>
          <a:p>
            <a:r>
              <a:t>1. EDIT THE SOUL:</a:t>
            </a:r>
          </a:p>
          <a:p>
            <a:r>
              <a:t>   - Open ~/.claude/CLAUDE.md in TextEdit/VS Code</a:t>
            </a:r>
          </a:p>
          <a:p>
            <a:r>
              <a:t>   - Add firm-specific rules (e.g., 'use 1.5% materiality for audit clients')</a:t>
            </a:r>
          </a:p>
          <a:p>
            <a:r>
              <a:t>   - Update tax rates when Budget is announced</a:t>
            </a:r>
          </a:p>
          <a:p>
            <a:r>
              <a:t>   - Tip: Can also be done via Telegram: 'Update CLAUDE.md to add...'</a:t>
            </a:r>
          </a:p>
          <a:p/>
          <a:p>
            <a:r>
              <a:t>2. CREATE/EDIT SKILLS:</a:t>
            </a:r>
          </a:p>
          <a:p>
            <a:r>
              <a:t>   - This is the most important skill for the power user</a:t>
            </a:r>
          </a:p>
          <a:p>
            <a:r>
              <a:t>   - Writing a SKILL.md is like writing a procedure manual</a:t>
            </a:r>
          </a:p>
          <a:p>
            <a:r>
              <a:t>   - Start by documenting the firm's existing procedures in markdown</a:t>
            </a:r>
          </a:p>
          <a:p>
            <a:r>
              <a:t>   - The YAML header (name, description) is how Claude matches messages to skills</a:t>
            </a:r>
          </a:p>
          <a:p>
            <a:r>
              <a:t>   - Supporting files (templates, Python scripts) go in the same folder</a:t>
            </a:r>
          </a:p>
          <a:p>
            <a:r>
              <a:t>   - After creating: run setup-skills.sh OR tell bot to create it</a:t>
            </a:r>
          </a:p>
          <a:p/>
          <a:p>
            <a:r>
              <a:t>3. ADD MCP SERVERS:</a:t>
            </a:r>
          </a:p>
          <a:p>
            <a:r>
              <a:t>   - This is the most technical task</a:t>
            </a:r>
          </a:p>
          <a:p>
            <a:r>
              <a:t>   - Usually only done when adding a new integration (e.g., audit software)</a:t>
            </a:r>
          </a:p>
          <a:p>
            <a:r>
              <a:t>   - Requires editing claude-runner.js — one JS object entry</a:t>
            </a:r>
          </a:p>
          <a:p>
            <a:r>
              <a:t>   - Most MCP servers are plug-and-play: just 'npx @package/server'</a:t>
            </a:r>
          </a:p>
          <a:p>
            <a:r>
              <a:t>   - Power user should understand the keywords system</a:t>
            </a:r>
          </a:p>
          <a:p/>
          <a:p>
            <a:r>
              <a:t>4. MANAGE .ENV:</a:t>
            </a:r>
          </a:p>
          <a:p>
            <a:r>
              <a:t>   - Straightforward key=value file</a:t>
            </a:r>
          </a:p>
          <a:p>
            <a:r>
              <a:t>   - Most changes are one-time (firm name, bank details)</a:t>
            </a:r>
          </a:p>
          <a:p>
            <a:r>
              <a:t>   - Must restart bot after changes</a:t>
            </a:r>
          </a:p>
          <a:p>
            <a:r>
              <a:t>   - Never share .env or commit it to 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SLIDE.</a:t>
            </a:r>
          </a:p>
          <a:p/>
          <a:p>
            <a:r>
              <a:t>The firm is not betting on 400 lines of JavaScript. They're betting on:</a:t>
            </a:r>
          </a:p>
          <a:p>
            <a:r>
              <a:t>1. Claude getting better (Anthropic's core business, billions invested)</a:t>
            </a:r>
          </a:p>
          <a:p>
            <a:r>
              <a:t>2. Skills being the right abstraction (SKILL.md works better as model improves)</a:t>
            </a:r>
          </a:p>
          <a:p>
            <a:r>
              <a:t>3. MCP ecosystem growing (more community-maintained tool servers)</a:t>
            </a:r>
          </a:p>
          <a:p/>
          <a:p>
            <a:r>
              <a:t>All three bets are on Anthropic's roadmap, not on custom code.</a:t>
            </a:r>
          </a:p>
          <a:p/>
          <a:p>
            <a:r>
              <a:t>Example: When Anthropic released Claude 3.5 Sonnet, every Agent K deployment automatically got better at reading Excel files, understanding tax law, and generating more accurate financial statements. Zero code changes.</a:t>
            </a:r>
          </a:p>
          <a:p/>
          <a:p>
            <a:r>
              <a:t>This is fundamentally different from building a custom AI framework where you'd have to maintain prompt chains, retry logic, context management — all of which Anthropic is already doing inside Claude CLI.</a:t>
            </a:r>
          </a:p>
          <a:p/>
          <a:p>
            <a:r>
              <a:t>Even the Telegram bot layer benefits: faster model = shorter wait times for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The firm does NOT need a developer to maintain the system.</a:t>
            </a:r>
          </a:p>
          <a:p/>
          <a:p>
            <a:r>
              <a:t>Because Claude CLI has full filesystem access (Read, Write, Edit, Bash tools), the Telegram user can instruct it to modify ANYTHING on the Mac Mini:</a:t>
            </a:r>
          </a:p>
          <a:p/>
          <a:p>
            <a:r>
              <a:t>- Skills: SKILL.md files are just text. Claude can create/edit them.</a:t>
            </a:r>
          </a:p>
          <a:p>
            <a:r>
              <a:t>- Templates: Excel/Word files can be modified via MCP servers.</a:t>
            </a:r>
          </a:p>
          <a:p>
            <a:r>
              <a:t>- Bot code: Even index.js and claude-runner.js can be edited.</a:t>
            </a:r>
          </a:p>
          <a:p>
            <a:r>
              <a:t>- Environment: .env variables can be updated.</a:t>
            </a:r>
          </a:p>
          <a:p>
            <a:r>
              <a:t>- Database: SQLite tables can be queried and modified.</a:t>
            </a:r>
          </a:p>
          <a:p/>
          <a:p>
            <a:r>
              <a:t>No git required. No terminal required. No developer required.</a:t>
            </a:r>
          </a:p>
          <a:p>
            <a:r>
              <a:t>The bot IS the terminal.</a:t>
            </a:r>
          </a:p>
          <a:p/>
          <a:p>
            <a:r>
              <a:t>Git is optional — useful only for version history or syncing across machines.</a:t>
            </a:r>
          </a:p>
          <a:p>
            <a:r>
              <a:t>For a single Mac Mini operation, the filesystem IS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 SESSIONS — TECHNICAL DETAILS:</a:t>
            </a:r>
          </a:p>
          <a:p/>
          <a:p>
            <a:r>
              <a:t>The bot tracks users via a processingUsers Map keyed by userId.</a:t>
            </a:r>
          </a:p>
          <a:p>
            <a:r>
              <a:t>Different users can send requests simultaneously — each spawns a separate claude CLI process. These are independent OS processes that don't share memory.</a:t>
            </a:r>
          </a:p>
          <a:p/>
          <a:p>
            <a:r>
              <a:t>The heavy compute (AI inference) happens on Anthropic's cloud servers, NOT on the Mac Mini.</a:t>
            </a:r>
          </a:p>
          <a:p>
            <a:r>
              <a:t>The Mac Mini only runs:</a:t>
            </a:r>
          </a:p>
          <a:p>
            <a:r>
              <a:t>- Node.js bot process (~100MB)</a:t>
            </a:r>
          </a:p>
          <a:p>
            <a:r>
              <a:t>- Claude CLI processes (~200MB each, mostly just making API calls)</a:t>
            </a:r>
          </a:p>
          <a:p>
            <a:r>
              <a:t>- MCP servers (Playwright/Chromium ~300MB each if needed)</a:t>
            </a:r>
          </a:p>
          <a:p/>
          <a:p>
            <a:r>
              <a:t>API RATE LIMITS (the real ceiling):</a:t>
            </a:r>
          </a:p>
          <a:p>
            <a:r>
              <a:t>- All concurrent sessions share the same API key</a:t>
            </a:r>
          </a:p>
          <a:p>
            <a:r>
              <a:t>- Claude Max ($100/mo): comfortable for 4-6 concurrent sessions</a:t>
            </a:r>
          </a:p>
          <a:p>
            <a:r>
              <a:t>- API key (pay-per-use): scales with spend, tier-dependent</a:t>
            </a:r>
          </a:p>
          <a:p>
            <a:r>
              <a:t>- When rate-limited, Claude CLI just waits — doesn't crash</a:t>
            </a:r>
          </a:p>
          <a:p/>
          <a:p>
            <a:r>
              <a:t>LIMITATION: Same user can't run two requests simultaneously.</a:t>
            </a:r>
          </a:p>
          <a:p>
            <a:r>
              <a:t>This is by design (prevent confusion), but could be changed by modifying the session tracking from per-user to per-user-per-engagement.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APPROACH — WHY THIS WORKS:</a:t>
            </a:r>
          </a:p>
          <a:p/>
          <a:p>
            <a:r>
              <a:t>The key insight is that you don't need EVERYONE to be a power user.</a:t>
            </a:r>
          </a:p>
          <a:p>
            <a:r>
              <a:t>You need everyone to USE the system (Telegram) and 1-2 people to MAINTAIN it (CLI).</a:t>
            </a:r>
          </a:p>
          <a:p/>
          <a:p>
            <a:r>
              <a:t>Analogy: A firm doesn't need every accountant to know how to set up the server. They need every accountant to use the software, and one IT person to keep it running.</a:t>
            </a:r>
          </a:p>
          <a:p/>
          <a:p>
            <a:r>
              <a:t>TRAINING PLAN:</a:t>
            </a:r>
          </a:p>
          <a:p>
            <a:r>
              <a:t>- All staff: 30-minute Telegram orientation. 'Here's the bot, here's how to send a request.'</a:t>
            </a:r>
          </a:p>
          <a:p>
            <a:r>
              <a:t>- Power users: 2-day Claude Code training. Skills, MCP, debugging, maintenance.</a:t>
            </a:r>
          </a:p>
          <a:p/>
          <a:p>
            <a:r>
              <a:t>COST:</a:t>
            </a:r>
          </a:p>
          <a:p>
            <a:r>
              <a:t>- Mac Mini M4: ~RM 3,000-5,000 (one-time)</a:t>
            </a:r>
          </a:p>
          <a:p>
            <a:r>
              <a:t>- Claude Max subscription: ~RM 450/month</a:t>
            </a:r>
          </a:p>
          <a:p>
            <a:r>
              <a:t>- Your setup &amp; training fee: one-time</a:t>
            </a:r>
          </a:p>
          <a:p>
            <a:r>
              <a:t>- Ongoing: near-zero if power users are competent</a:t>
            </a:r>
          </a:p>
          <a:p/>
          <a:p>
            <a:r>
              <a:t>Compare to hiring one additional audit junior: RM 3,000-4,000/month + EPF + SOCSO.</a:t>
            </a:r>
          </a:p>
          <a:p>
            <a:r>
              <a:t>The AI staff costs less and works 24/7.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 — DETAIL:</a:t>
            </a:r>
          </a:p>
          <a:p/>
          <a:p>
            <a:r>
              <a:t>1. DECIDE: Today's meeting. Recommend hybrid approach.</a:t>
            </a:r>
          </a:p>
          <a:p/>
          <a:p>
            <a:r>
              <a:t>2. PROCURE: Mac Mini M4 with 24GB RAM (~RM 3,000-5,000).</a:t>
            </a:r>
          </a:p>
          <a:p>
            <a:r>
              <a:t>   Must be always-on, connected to internet. Can sit in server room.</a:t>
            </a:r>
          </a:p>
          <a:p/>
          <a:p>
            <a:r>
              <a:t>3. SETUP: 1-2 day engagement. Install Node.js, Claude CLI, Playwright,</a:t>
            </a:r>
          </a:p>
          <a:p>
            <a:r>
              <a:t>   configure Telegram bot, Gmail API, set up accounts.</a:t>
            </a:r>
          </a:p>
          <a:p/>
          <a:p>
            <a:r>
              <a:t>4. TEMPLATES: The firm provides their existing working paper templates,</a:t>
            </a:r>
          </a:p>
          <a:p>
            <a:r>
              <a:t>   checklists, engagement letters. We structure them in the folder hierarchy.</a:t>
            </a:r>
          </a:p>
          <a:p/>
          <a:p>
            <a:r>
              <a:t>5. PRIORITY SKILLS: Start with highest-volume, lowest-risk work:</a:t>
            </a:r>
          </a:p>
          <a:p>
            <a:r>
              <a:t>   - Tax computation (high volume, well-defined rules)</a:t>
            </a:r>
          </a:p>
          <a:p>
            <a:r>
              <a:t>   - Compilation FS (high volume, template-driven)</a:t>
            </a:r>
          </a:p>
          <a:p>
            <a:r>
              <a:t>   Then expand to audit workpapers and reports.</a:t>
            </a:r>
          </a:p>
          <a:p/>
          <a:p>
            <a:r>
              <a:t>6. PILOT: Pick 2-3 real client engagements. AI prepares, human reviews.</a:t>
            </a:r>
          </a:p>
          <a:p>
            <a:r>
              <a:t>   Measure time savings and error rates.</a:t>
            </a:r>
          </a:p>
          <a:p/>
          <a:p>
            <a:r>
              <a:t>7. SCALE: Once proven, train all staff on Telegram interface.</a:t>
            </a:r>
          </a:p>
          <a:p>
            <a:r>
              <a:t>   Train 1-2 power users on Claude CLI for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Agent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C4DE"/>
                </a:solidFill>
                <a:latin typeface="Calibri"/>
              </a:defRPr>
            </a:pPr>
            <a:r>
              <a:t>AI Staff Deployment Strategy for Accounting Firms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91840"/>
            <a:ext cx="484632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Telegram Bot  vs  Claude Code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A0C0"/>
                </a:solidFill>
                <a:latin typeface="Calibri"/>
              </a:defRPr>
            </a:pPr>
            <a:r>
              <a:t>Architecture  |  Pros &amp; Cons  |  Concurrency  | 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88A8"/>
                </a:solidFill>
                <a:latin typeface="Calibri"/>
              </a:defRPr>
            </a:pPr>
            <a:r>
              <a:t>Audit  |  Tax  |  Compilation Services  —  Malaysia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Two Deployment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A: Claude Code CLI (Direct)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Staff types commands in terminal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Claude CLI runs directly on Mac Mini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No middleware, no bot layer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Full CLI power: /help, slash commands, MCP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Each user runs their own session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Interface:  Terminal / VS Code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Setup:  Install Claude Code + train staff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Who builds it:  The firm (with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41148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B: Agent K Telegram 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Staff sends messages via Telegram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Bot relays to Claude CLI behind the scenes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Files sent/received via Telegram chat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Mobile-friendly, fire-and-forget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One bot serves all staff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Interface:  Telegram (phone / desktop)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Setup:  Clone repo, configure .env, deploy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Who builds it:  You (then hand over)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943600"/>
            <a:ext cx="75895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Both use the same foundation:  Claude CLI  +  Skills (SKILL.md)  +  MCP Servers  +  Local filesystem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Approach B: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Pros &amp; 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Zero technical skill required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Staff already know Telegram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Mobile-friendly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Send requests from phone, get files back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Fire-and-forget async workflow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Send message, get notified when done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Automatic file delivery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PDFs and Excel files sent back in chat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Built-in audit trail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Every message logged to SQLite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Built-in email integration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Bot can email clients after human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⚠️ 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Extra middleware layer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Node.js + Telegraf + SQLite to maintain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Debugging is indirect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Errors wrapped by bot, root cause hidden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Telegram message limits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4,096 char cap; tables render imperfectly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Process must stay alive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Node.js server needs monitoring (pm2)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MCP server version risk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npx @latest may pull breaking updates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Single bot bottleneck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One request per user at a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Approach A: Claude Code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Pros &amp; 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Simpler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No bot, no middleware. Just Claude CLI.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Full CLI power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/help, context window visibility, all native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Easier debugging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Errors shown directly in terminal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No dependency on custom code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Claude CLI maintained by Anthropic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Multi-user natively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Each staff runs own session, no bottleneck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Lower maintenance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No Node.js server to keep alive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⚠️ 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Terminal literacy required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Accounting staff are not developers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Training overhead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Must teach CLI, file navigation, commands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No mobile access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Desktop-only, must sit at Mac Mini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No async workflow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Can't fire-and-forget, must watch terminal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No automatic file delivery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Staff must locate files manually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Each staff needs individual setup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 Separate installs, API keys, env configs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Adoption &amp; Success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371600"/>
            <a:ext cx="36576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32004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 Direct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2004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Telegram 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Staff adoption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C0392B"/>
                </a:solidFill>
                <a:latin typeface="Calibri"/>
              </a:defRPr>
            </a:pPr>
            <a:r>
              <a:t>30 – 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80 –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31720"/>
            <a:ext cx="36576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Initial setup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33172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33172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E67E22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83464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Day 1 usability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3464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C0392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83464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337560"/>
            <a:ext cx="36576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Long-term sustainability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33756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High (if adopted)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33756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E67E22"/>
                </a:solidFill>
                <a:latin typeface="Calibri"/>
              </a:defRPr>
            </a:pPr>
            <a:r>
              <a:t>Medium (maintenance)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840480"/>
            <a:ext cx="3657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Skill ceiling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84048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Very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840480"/>
            <a:ext cx="32004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E67E22"/>
                </a:solidFill>
                <a:latin typeface="Calibri"/>
              </a:defRPr>
            </a:pPr>
            <a:r>
              <a:t>Capped by bot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343400"/>
            <a:ext cx="36576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Typical failure mode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34340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C0392B"/>
                </a:solidFill>
                <a:latin typeface="Calibri"/>
              </a:defRPr>
            </a:pPr>
            <a:r>
              <a:t>Staff stops using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343400"/>
            <a:ext cx="320040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E67E22"/>
                </a:solidFill>
                <a:latin typeface="Calibri"/>
              </a:defRPr>
            </a:pPr>
            <a:r>
              <a:t>Bot crashes unnoticed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029200"/>
            <a:ext cx="100584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0">
                <a:solidFill>
                  <a:srgbClr val="1B2A4A"/>
                </a:solidFill>
                <a:latin typeface="Calibri"/>
              </a:defRPr>
            </a:pPr>
            <a:r>
              <a:t>Key Insight:  CLI is technically superior but fails at adoption.</a:t>
            </a:r>
            <a:br/>
            <a:r>
              <a:t>Telegram succeeds at adoption but needs maintenance.</a:t>
            </a:r>
            <a:br/>
            <a:r>
              <a:t>Neither alone gives &gt;70% success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Architecture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The Telegram bot is a thin passthrough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194560"/>
            <a:ext cx="57607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383280" y="2286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Claude CLI  (The Real Engine)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•  Skills (SKILL.md files)</a:t>
            </a:r>
            <a:br/>
            <a:r>
              <a:t>•  MCP Servers (Excel, Word, Gmail, Sheets)</a:t>
            </a:r>
            <a:br/>
            <a:r>
              <a:t>•  Filesystem (templates, engagement data)</a:t>
            </a:r>
            <a:br/>
            <a:r>
              <a:t>•  Session management &amp;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2286000" cy="1645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6C8"/>
                </a:solidFill>
                <a:latin typeface="Calibri"/>
              </a:defRPr>
            </a:pPr>
            <a:r>
              <a:t>Telegram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6E"/>
                </a:solidFill>
                <a:latin typeface="Calibri"/>
              </a:defRPr>
            </a:pPr>
            <a:r>
              <a:t>~400 lines of JS</a:t>
            </a:r>
            <a:br/>
            <a:r>
              <a:t>Only job:</a:t>
            </a:r>
            <a:br/>
            <a:r>
              <a:t>  Message in →</a:t>
            </a:r>
            <a:br/>
            <a:r>
              <a:t>  Response out →</a:t>
            </a:r>
            <a:br/>
            <a:r>
              <a:t>  Files in/out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88920" y="3108960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53035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spawn('claude', ['-p', message])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6E"/>
                </a:solidFill>
                <a:latin typeface="Calibri"/>
              </a:defRPr>
            </a:pPr>
            <a:r>
              <a:t>That's literally all the bot does. Everything else is Claude.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029200"/>
            <a:ext cx="530352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949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Bot has zero intelligence — all brains are in Claude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Same skills, same MCP, same output in both approaches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If bot breaks, fix in 10 minutes. Value is intact.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Message Flow: What Happens When You Send a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7 steps from Telegram to deliverable — under the hood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216152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User sends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35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4300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"Prepare the tax computation for ABC Sdn Bhd FYE 2025"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993392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Bot receives via Telegraf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index.js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Auth check → duplicate check → send '🤔 Processing...'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770632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Bot detects MCP servers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claude-runner.js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69748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Keyword scan: 'tax' → no MCP needed (fast mode)</a:t>
            </a:r>
            <a:br/>
            <a:r>
              <a:t>'email' → load Gmail MCP  |  'browse' → load Playwright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547872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Bot spawns Claude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claude-runner.js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47472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spawn('claude', ['-p', '--output-format', 'json',</a:t>
            </a:r>
            <a:br/>
            <a:r>
              <a:t>'--resume', sessionId, message])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4325112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Claude CLI does the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44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Claude + Skills + MCP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25196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Reads CLAUDE.md (soul) → matches /tax-computation skill →</a:t>
            </a:r>
            <a:br/>
            <a:r>
              <a:t>opens template → fills data → calculates → saves Excel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5102352"/>
            <a:ext cx="411480" cy="41148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Claude returns JSON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21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claude-runner.js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502920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{ "result": "Tax computation complete...</a:t>
            </a:r>
            <a:br/>
            <a:r>
              <a:t>[SEND_FILE: /engagements/...]", "session_id": "abc123" }</a:t>
            </a:r>
          </a:p>
        </p:txBody>
      </p:sp>
      <p:sp>
        <p:nvSpPr>
          <p:cNvPr id="29" name="Oval 28"/>
          <p:cNvSpPr/>
          <p:nvPr/>
        </p:nvSpPr>
        <p:spPr>
          <a:xfrm>
            <a:off x="274320" y="5879592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Bot delivers to Telegram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99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6E"/>
                </a:solidFill>
                <a:latin typeface="Calibri"/>
              </a:defRPr>
            </a:pPr>
            <a:r>
              <a:t>index.js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806440"/>
            <a:ext cx="8412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Parse [SEND_FILE:] tags → send text response →</a:t>
            </a:r>
            <a:br/>
            <a:r>
              <a:t>send Excel file → save session ID to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Soul: 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The personality, rules, and memory of your AI staff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749039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CLAUDE.md?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 plain text file at ~/.claude/CLAUDE.md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that defines the AI's identity, behaviour,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boundaries, and operating rules.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Think of it as the employee handbook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that the AI reads at the start of every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single conversation.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You write it in plain English.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No code. No programming.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749039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Goes Inside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Identity: "I am Agent K, AI staff for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[Firm Name]"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Core rules: "Be direct, operate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autonomously, explore before asking"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Boundaries: "Never commit .env or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credentials"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Environment: Python paths, Node paths,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where skills live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Memory system: Where to store learnings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749039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Accounting Firm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"I am Agent K, AI audit &amp; tax staff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for ABC &amp; Associates."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Always use MPERS for Sdn Bhd clients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Tax rates: YA 2025 ITA schedules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Never email clients without approval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Save files to /engagements/{year}/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Use firm letterhead for all reports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Review checklist before finalising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Built-in Memory System  (the AI remembers across sessions)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572000"/>
            <a:ext cx="36576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MEMORY.md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3776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Curated learnings &amp; topic index</a:t>
            </a:r>
            <a:br/>
            <a:r>
              <a:t>Loaded automatically every session</a:t>
            </a:r>
            <a:br/>
            <a:r>
              <a:t>Keep under 200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572000"/>
            <a:ext cx="365760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Topic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93776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Detailed reference per subject</a:t>
            </a:r>
            <a:br/>
            <a:r>
              <a:t>e.g., tax-rates.md, audit-procedures.md</a:t>
            </a:r>
            <a:br/>
            <a:r>
              <a:t>Read on-demand when relevant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572000"/>
            <a:ext cx="3657600" cy="36576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daily/YYYY-MM-DD.md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937760"/>
            <a:ext cx="365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Session logs — what was done, key</a:t>
            </a:r>
            <a:br/>
            <a:r>
              <a:t>decisions, unfinished work</a:t>
            </a:r>
            <a:br/>
            <a:r>
              <a:t>Auto-flushed before context compaction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6217920"/>
            <a:ext cx="941832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The AI learns your firm's patterns over time.  Corrections become permanent knowledge.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Skills: Teaching the AI Your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Each skill is a SKILL.md file — plain English instructions the AI follows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66928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a Skill?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 skill = a folder with a SKILL.md file inside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skills/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tax-computation/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  SKILL.md          ← instructions (plain English)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  tax-template.xlsx  ← optional supporting files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  build_pdf.py       ← optional helper scripts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The SKILL.md tells Claude exactly how to perform the task: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what to ask, what to compute, where to save, how to deliver.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Anatomy of a SKILL.md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name: tax-computation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description: Prepare corporate tax computation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---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 When to Use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When user asks to prepare tax comp, corporate tax...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 Workflow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### 1. Gather Details (ask user for missing info)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### 2. Read P&amp;L and map to tax adjustments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### 3. Calculate capital allowances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### 4. Generate tax computation Excel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### 5. Send for review via Telegram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Skills already built  +  accounting skills to add: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/send-file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Deliver files</a:t>
            </a:r>
            <a:br/>
            <a:r>
              <a:t>via Telegram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/send-email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5648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Send emails</a:t>
            </a:r>
            <a:br/>
            <a:r>
              <a:t>via Gmail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6976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Read/write</a:t>
            </a:r>
            <a:br/>
            <a:r>
              <a:t>Excel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8304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Create/edit</a:t>
            </a:r>
            <a:br/>
            <a:r>
              <a:t>Word docs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/google-sheets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Google Sheets</a:t>
            </a:r>
            <a:br/>
            <a:r>
              <a:t>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/check-email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Check Gmail</a:t>
            </a:r>
            <a:br/>
            <a:r>
              <a:t>inbox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/git-push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Commit &amp; push</a:t>
            </a:r>
            <a:br/>
            <a:r>
              <a:t>to 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43616" y="4343400"/>
            <a:ext cx="1371600" cy="3200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43616" y="4663440"/>
            <a:ext cx="1371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Memory flush</a:t>
            </a:r>
            <a:br/>
            <a:r>
              <a:t>before compact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/tax-computation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Corporate tax</a:t>
            </a:r>
            <a:br/>
            <a:r>
              <a:t>comp from P&amp;L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5648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/prepare-fs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55648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Financial</a:t>
            </a:r>
            <a:br/>
            <a:r>
              <a:t>statements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/audit-planning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6976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Materiality &amp;</a:t>
            </a:r>
            <a:br/>
            <a:r>
              <a:t>risk assessment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18304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/audit-workpaper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18304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Working paper</a:t>
            </a:r>
            <a:br/>
            <a:r>
              <a:t>preparation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/compile-accounts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Compilation</a:t>
            </a:r>
            <a:br/>
            <a:r>
              <a:t>engagements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/audit-report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Auditor's</a:t>
            </a:r>
            <a:br/>
            <a:r>
              <a:t>report drafting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62288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/client-setup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62288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New client</a:t>
            </a:r>
            <a:br/>
            <a:r>
              <a:t>onboarding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43616" y="5349240"/>
            <a:ext cx="1371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/tax-estimate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43616" y="5669280"/>
            <a:ext cx="137160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CP204 &amp; CP204A</a:t>
            </a:r>
            <a:br/>
            <a:r>
              <a:t>calculations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Servers: Hands for 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Model Context Protocol — lets Claude use external tools like Excel, Gmail,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MCP?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MCP = Model Context Protocol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Think of it as giving the AI 'hands'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to interact with software: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Without MCP: AI can only read/write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plain text files on disk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 With MCP: AI can open Excel, write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formulas, format cells, send emails,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browse websites, query databases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8404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MCP servers run as local processes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that expose tools via JSON protocol: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Claude: 'Write RM 2,450,000 to cell B5'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Excel MCP: excel_write_to_sheet(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file, sheet, range='B5',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values=[['2450000']])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Result: Cell B5 updated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749039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MCP Loading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7490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Agent K only loads MCP servers when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the message contains matching keywords: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'email' → loads Gmail MCP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'browse' → loads Playwright MCP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'excel'  → loads Excel MCP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No keywords match = fast mode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(saves 2-5 seconds per request)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Configured in claude-runner.js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Available MCP Servers: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46304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114800"/>
            <a:ext cx="256032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114800"/>
            <a:ext cx="502920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Example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114800"/>
            <a:ext cx="91440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4630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462272"/>
            <a:ext cx="25603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Read/write/format .xlsx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462272"/>
            <a:ext cx="50292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excel_read_sheet, excel_write_to_sheet, excel_format_range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4462272"/>
            <a:ext cx="9144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82312"/>
            <a:ext cx="146304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782312"/>
            <a:ext cx="256032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Create/edit/format .docx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782312"/>
            <a:ext cx="50292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create_document, add_table, add_paragraph, convert_to_pdf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782312"/>
            <a:ext cx="9144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02352"/>
            <a:ext cx="14630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Gmail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102352"/>
            <a:ext cx="25603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Send/receive emails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5102352"/>
            <a:ext cx="50292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search_emails, read_email, send_email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5102352"/>
            <a:ext cx="9144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22392"/>
            <a:ext cx="146304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422392"/>
            <a:ext cx="256032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Read/write Google Sheets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422392"/>
            <a:ext cx="50292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get_sheet_data, update_cells, create_spreadsheet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5422392"/>
            <a:ext cx="9144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42432"/>
            <a:ext cx="14630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5742432"/>
            <a:ext cx="25603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Browse web, search, scrape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5742432"/>
            <a:ext cx="50292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navigate, screenshot, click, fill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5742432"/>
            <a:ext cx="9144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6062472"/>
            <a:ext cx="146304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Audit Software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6062472"/>
            <a:ext cx="256032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Connect to CaseWare / AutoCount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6062472"/>
            <a:ext cx="50292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get_trial_balance, update_workpaper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6062472"/>
            <a:ext cx="914400" cy="30175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To Build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6382512"/>
            <a:ext cx="14630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Google Drive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6382512"/>
            <a:ext cx="25603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0">
                <a:solidFill>
                  <a:srgbClr val="1A1A2E"/>
                </a:solidFill>
                <a:latin typeface="Calibri"/>
              </a:defRPr>
            </a:pPr>
            <a:r>
              <a:t>Upload/download/share files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6382512"/>
            <a:ext cx="50292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upload_file, share_file, list_files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6382512"/>
            <a:ext cx="9144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900" b="1">
                <a:solidFill>
                  <a:srgbClr val="E67E22"/>
                </a:solidFill>
                <a:latin typeface="Calibri"/>
              </a:defRPr>
            </a:pPr>
            <a:r>
              <a:t>To Add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6400800"/>
            <a:ext cx="9418320" cy="34747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MCP is open protocol.  Community builds servers.  You plug them in.  AI gets new abilities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Practical Guide: What Power Users Need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The 4 things to configure and maintain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66928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Edit the Soul (CLAUDE.md)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File: ~/.claude/CLAUDE.md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When to edit: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Firm name, identity, or rules change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Add new accounting standards or rates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Change default behaviours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How: Open in any text editor, or tell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the bot 'update CLAUDE.md to add...'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Tip: Keep under 200 lines. Put details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in skills or memory topic files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Create / Edit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Location: skills/{name}/SKILL.md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To create a new skill: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mkdir skills/new-skill/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Write SKILL.md with name, description,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and step-by-step workflow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Run: ./scripts/setup-skills.sh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Or just tell the bot: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'Create a new skill called /bank-recon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that prepares bank reconciliation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workpapers from the bank statement'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5669280" cy="41148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Add / Configure MCP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976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File: src/claude-runner.js (MCP_SERVERS object)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To add a new MCP server: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Find server on npm or GitHub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Add keywords + command to MCP_SERVERS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Restart the bot (pm2 restart agent-k)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Example adding Google Drive: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'google-drive': {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keywords: ['drive', 'upload', 'share'],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config: { command: 'npx',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      args: ['google-drive-mcp'] }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66928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Manage Environment (.env)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File: ~/Agent_K_Telegram/.env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Key variable groups: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COMPANY_*  — Firm name, reg no, address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BANK_*  — Payment details for invoices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TELEGRAM_*  — Bot token, chat IDs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FROM_* / CC_EMAILS  — Email config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WORKSPACE_DIR  — Where files are stored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After editing .env: restart bot.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Template: .env.example in repo.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When Anthropic Improves, You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Free upgrades, no code changes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114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Better reasoning</a:t>
            </a:r>
            <a:br/>
            <a:r>
              <a:t>(Opus 5, Sonnet 5)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63440" y="150876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1280160"/>
            <a:ext cx="50292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More accurate tax computations,</a:t>
            </a:r>
            <a:br/>
            <a:r>
              <a:t>catches more audit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4114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Larger context window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246888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2240280"/>
            <a:ext cx="50292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Handles bigger trial balances,</a:t>
            </a:r>
            <a:br/>
            <a:r>
              <a:t>reads longer contracts in one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4114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Better tool use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342900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3200400"/>
            <a:ext cx="50292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More reliable Excel/Word operations,</a:t>
            </a:r>
            <a:br/>
            <a:r>
              <a:t>fewer MCP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4114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Faster inference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63440" y="438912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4160520"/>
            <a:ext cx="50292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Quicker responses,</a:t>
            </a:r>
            <a:br/>
            <a:r>
              <a:t>shorter wait times in 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4114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New CLI features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63440" y="534924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0" y="5120640"/>
            <a:ext cx="50292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Available immediately —</a:t>
            </a:r>
            <a:br/>
            <a:r>
              <a:t>new tools, better session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126480"/>
            <a:ext cx="941832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You don't rebuild anything. You don't restart the bot. The next request just runs a better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Self-Maintaining via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No git, no terminal, no developer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74320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Add a new skill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1508760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39" y="1280160"/>
            <a:ext cx="795527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"Create a new skill called /bank-recon that</a:t>
            </a:r>
            <a:br/>
            <a:r>
              <a:t>prepares bank reconciliation workpapers"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67712"/>
            <a:ext cx="274320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Update tax rates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496312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39" y="2267712"/>
            <a:ext cx="795527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"Update the tax computation skill to change</a:t>
            </a:r>
            <a:br/>
            <a:r>
              <a:t>the SME threshold from RM600k to RM700k"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55264"/>
            <a:ext cx="274320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Edit a template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91840" y="3483864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3255264"/>
            <a:ext cx="795527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"Open the audit planning template and add</a:t>
            </a:r>
            <a:br/>
            <a:r>
              <a:t>a column for inherent risk rating"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42816"/>
            <a:ext cx="274320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Fix the bot itself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91840" y="4471416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39" y="4242816"/>
            <a:ext cx="795527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"Edit claude-runner.js to add the Google</a:t>
            </a:r>
            <a:br/>
            <a:r>
              <a:t>Drive MCP server with these keywords..."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30368"/>
            <a:ext cx="274320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Backup everything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91840" y="5458968"/>
            <a:ext cx="365760" cy="32004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49039" y="5230368"/>
            <a:ext cx="795527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"Zip up the skills folder and send</a:t>
            </a:r>
            <a:br/>
            <a:r>
              <a:t>it to me on Telegram"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309360"/>
            <a:ext cx="941832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Claude CLI has full filesystem access.  The Telegram user IS the admin.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Concurrent Sessions on Mac 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Multiple staff, multiple engagements,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Each user request spawns an independent Claude CLI process: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926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A (Audit Senior)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1901952"/>
            <a:ext cx="36576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1737360"/>
            <a:ext cx="36576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ABC Sdn Bhd — Debtors workpaper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37360"/>
            <a:ext cx="393192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0">
                <a:solidFill>
                  <a:srgbClr val="5A5A6E"/>
                </a:solidFill>
                <a:latin typeface="Calibri"/>
              </a:defRPr>
            </a:pPr>
            <a:r>
              <a:t>claude process #1  (~200MB RAM)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2926080" cy="64008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B (Tax Associate)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2679192"/>
            <a:ext cx="365760" cy="274320"/>
          </a:xfrm>
          <a:prstGeom prst="rightArrow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2514600"/>
            <a:ext cx="36576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DEF PLT — Tax computation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514600"/>
            <a:ext cx="393192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0">
                <a:solidFill>
                  <a:srgbClr val="5A5A6E"/>
                </a:solidFill>
                <a:latin typeface="Calibri"/>
              </a:defRPr>
            </a:pPr>
            <a:r>
              <a:t>claude process #2  (~200MB RAM)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40"/>
            <a:ext cx="292608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C (Manager)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3456432"/>
            <a:ext cx="365760" cy="274320"/>
          </a:xfrm>
          <a:prstGeom prst="rightArrow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3291840"/>
            <a:ext cx="36576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GHI Corp — Compilation 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291840"/>
            <a:ext cx="393192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 b="0">
                <a:solidFill>
                  <a:srgbClr val="5A5A6E"/>
                </a:solidFill>
                <a:latin typeface="Calibri"/>
              </a:defRPr>
            </a:pPr>
            <a:r>
              <a:t>claude process #3  (~200MB RAM)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Mac Mini capacity (practical limits):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09160"/>
            <a:ext cx="25603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Concurrent 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709160"/>
            <a:ext cx="21031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1–2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709160"/>
            <a:ext cx="21031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3–4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709160"/>
            <a:ext cx="25603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5–6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4709160"/>
            <a:ext cx="237744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66360"/>
            <a:ext cx="2560320" cy="4114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Mac Mini M2 (16GB)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166360"/>
            <a:ext cx="21031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Comfortable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166360"/>
            <a:ext cx="21031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3A86C8"/>
                </a:solidFill>
                <a:latin typeface="Calibri"/>
              </a:defRPr>
            </a:pPr>
            <a:r>
              <a:t>Fine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5166360"/>
            <a:ext cx="2560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E67E22"/>
                </a:solidFill>
                <a:latin typeface="Calibri"/>
              </a:defRPr>
            </a:pPr>
            <a:r>
              <a:t>Memory pressure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516636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C0392B"/>
                </a:solidFill>
                <a:latin typeface="Calibri"/>
              </a:defRPr>
            </a:pPr>
            <a:r>
              <a:t>Sluggish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23560"/>
            <a:ext cx="2560320" cy="4114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Mac Mini M4 (24GB)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5623560"/>
            <a:ext cx="21031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Comfortable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5623560"/>
            <a:ext cx="21031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27AE60"/>
                </a:solidFill>
                <a:latin typeface="Calibri"/>
              </a:defRPr>
            </a:pPr>
            <a:r>
              <a:t>Comfortable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5623560"/>
            <a:ext cx="2560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3A86C8"/>
                </a:solidFill>
                <a:latin typeface="Calibri"/>
              </a:defRPr>
            </a:pPr>
            <a:r>
              <a:t>Fine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562356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0">
                <a:solidFill>
                  <a:srgbClr val="E67E22"/>
                </a:solidFill>
                <a:latin typeface="Calibri"/>
              </a:defRPr>
            </a:pPr>
            <a:r>
              <a:t>Possible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6309360"/>
            <a:ext cx="941832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Real ceiling:  Anthropic API rate limit (shared across all sessions), not Mac Mini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Recommendation: Hybrid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Best of both worlds — estimated 70-75% success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1:  Telegram Bot for All Staff  (daily 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Every staff member uses Telegram to interact with AI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Send requests, receive deliverables, review and approve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Zero training needed — they already know how to chat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Expected adoption: 80-90%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1247120" cy="4572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 2:  Claude Code CLI for 1–2 Power Users  (maintenance &amp; edge cases)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Firm's IT person or tech-savvy senior learns Claude CLI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Maintains skills, updates templates, debugs issues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Handles complex requests too nuanced for standard skills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You train these 1–2 people, not the whole 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120640"/>
            <a:ext cx="9418320" cy="14630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0">
                <a:solidFill>
                  <a:srgbClr val="1B2A4A"/>
                </a:solidFill>
                <a:latin typeface="Calibri"/>
              </a:defRPr>
            </a:pPr>
            <a:r>
              <a:t>Result</a:t>
            </a:r>
            <a:br/>
            <a:br/>
            <a:r>
              <a:t>•  90%+ adoption  (Telegram for everyone)</a:t>
            </a:r>
            <a:br/>
            <a:r>
              <a:t>•  Self-sustaining  (power users maintain without you)</a:t>
            </a:r>
            <a:br/>
            <a:r>
              <a:t>•  High skill ceiling  (CLI available for complex tasks)</a:t>
            </a:r>
            <a:br/>
            <a:r>
              <a:t>•  Resilient  (if bot breaks, power user fixes it in 10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188720"/>
            <a:ext cx="3017520" cy="2743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4630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Decide on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CLI only, Telegram only, or Hybrid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488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Procure Mac 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94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M4 24GB recommended for multi-user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Setup &amp; deploy Agent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Install software, configure accounts, deploy bot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Populate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66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Firm's existing audit/tax/compilation templates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062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Build priority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51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Start with /tax-computation and /compile-accounts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8920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Pilot with 2–3 engagements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937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Real clients, real deliverables, human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57784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Train staff &amp;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623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Telegram orientation for all, CLI training for power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